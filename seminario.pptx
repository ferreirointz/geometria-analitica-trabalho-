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62" r:id="rId4"/>
    <p:sldId id="265" r:id="rId5"/>
    <p:sldId id="266" r:id="rId6"/>
    <p:sldId id="267" r:id="rId7"/>
    <p:sldId id="285" r:id="rId8"/>
    <p:sldId id="293" r:id="rId9"/>
    <p:sldId id="296" r:id="rId10"/>
    <p:sldId id="297" r:id="rId11"/>
    <p:sldId id="298" r:id="rId12"/>
    <p:sldId id="299" r:id="rId13"/>
    <p:sldId id="301" r:id="rId14"/>
    <p:sldId id="302" r:id="rId15"/>
    <p:sldId id="303" r:id="rId16"/>
    <p:sldId id="304" r:id="rId17"/>
    <p:sldId id="306" r:id="rId18"/>
    <p:sldId id="307" r:id="rId19"/>
    <p:sldId id="308" r:id="rId20"/>
    <p:sldId id="311" r:id="rId21"/>
    <p:sldId id="310" r:id="rId22"/>
    <p:sldId id="291" r:id="rId23"/>
    <p:sldId id="286" r:id="rId24"/>
    <p:sldId id="290" r:id="rId25"/>
    <p:sldId id="295" r:id="rId26"/>
    <p:sldId id="292" r:id="rId27"/>
    <p:sldId id="284" r:id="rId28"/>
    <p:sldId id="287" r:id="rId29"/>
    <p:sldId id="288" r:id="rId30"/>
    <p:sldId id="289" r:id="rId31"/>
    <p:sldId id="294" r:id="rId32"/>
    <p:sldId id="276" r:id="rId33"/>
    <p:sldId id="277" r:id="rId34"/>
    <p:sldId id="278" r:id="rId35"/>
    <p:sldId id="270" r:id="rId36"/>
    <p:sldId id="272" r:id="rId37"/>
    <p:sldId id="269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0454B2CC-B9B3-4E75-997D-80FC35792C44}">
          <p14:sldIdLst>
            <p14:sldId id="256"/>
            <p14:sldId id="258"/>
            <p14:sldId id="262"/>
            <p14:sldId id="265"/>
            <p14:sldId id="266"/>
            <p14:sldId id="267"/>
            <p14:sldId id="285"/>
            <p14:sldId id="293"/>
            <p14:sldId id="296"/>
            <p14:sldId id="297"/>
            <p14:sldId id="298"/>
            <p14:sldId id="299"/>
            <p14:sldId id="301"/>
            <p14:sldId id="302"/>
            <p14:sldId id="303"/>
            <p14:sldId id="304"/>
            <p14:sldId id="306"/>
            <p14:sldId id="307"/>
            <p14:sldId id="308"/>
            <p14:sldId id="311"/>
            <p14:sldId id="310"/>
          </p14:sldIdLst>
        </p14:section>
        <p14:section name="outros" id="{76484549-C3A2-4900-AE47-02C32F07556B}">
          <p14:sldIdLst>
            <p14:sldId id="291"/>
            <p14:sldId id="286"/>
            <p14:sldId id="290"/>
            <p14:sldId id="295"/>
            <p14:sldId id="292"/>
            <p14:sldId id="284"/>
            <p14:sldId id="287"/>
            <p14:sldId id="288"/>
            <p14:sldId id="289"/>
            <p14:sldId id="294"/>
            <p14:sldId id="276"/>
            <p14:sldId id="277"/>
            <p14:sldId id="278"/>
            <p14:sldId id="270"/>
            <p14:sldId id="272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79B"/>
    <a:srgbClr val="7DC8E3"/>
    <a:srgbClr val="D17E4B"/>
    <a:srgbClr val="E69426"/>
    <a:srgbClr val="E7E200"/>
    <a:srgbClr val="EBAB0B"/>
    <a:srgbClr val="1B1B1B"/>
    <a:srgbClr val="060606"/>
    <a:srgbClr val="0D0D0D"/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037" autoAdjust="0"/>
  </p:normalViewPr>
  <p:slideViewPr>
    <p:cSldViewPr snapToGrid="0">
      <p:cViewPr>
        <p:scale>
          <a:sx n="66" d="100"/>
          <a:sy n="66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1AD4D-11F6-4473-97E7-160CF1DA354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3C574-AAE1-4FF9-B324-60257F3AD8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854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1135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5E11-4BEC-4B50-6B1C-65259A4D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852820-4CD9-EEFB-1D84-1A176EF62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1BA2C4B-990B-D880-7213-7C04642E9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976367-A1AC-E813-86E1-4BBBAD4AF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7717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51F96-D7D4-FDAA-53CB-60668876E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FEC4E8-CDD9-EF02-B81B-82446C75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CDDF48-067F-0103-1B18-140DE33AF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90091C-87BA-B1F9-7E0F-5C205DAA0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4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02F4-4011-86AF-7AB3-BB93D45B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9940A6-79C9-8103-7C17-3CE30CFA9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661B09F-759E-11A0-D11E-FF3D2A417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E0FCAE-C1F2-3560-96A8-F31DD54F1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831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E0321-6782-CE39-3040-CA7858C52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03B28E-B2D0-A3FD-87FC-6C6919353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870CE6-C9CB-F727-F4FF-778B49F69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51291C-F1A6-C53F-0392-52C983442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328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5F3E-7A1C-7C14-B6B8-004815650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C54ADD-965B-19F7-2596-ABE3D123E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546810-7AE0-91C9-5217-577C0801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024004-2397-4DDA-CE71-588AE1723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68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D7130-53C9-78EB-1240-979E4693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D5AD2D-09D8-8689-D340-3DCC5D21D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A1426B-C758-E7AD-D45A-E9A99FC74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4E9182-1321-DBCD-F3D6-3FEC81BD2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42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D174-4315-787C-2037-EEE345EF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EFD865-1BBB-B639-5EDC-D94321593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3517A6-941A-C696-B62A-3FD4E2242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589AC4-E0AD-6971-0075-4E40700D3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3227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128A-1957-1B1B-DD22-C5988359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6424EE-177F-75E7-DE6C-7F65314D4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4936EA-4981-989A-215B-F4E3642C7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EA2475-7260-D914-A485-F50FD9546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002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DC68-66DC-C1DB-7FF5-AAC5D05D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0743551-D660-EB00-7DBA-4DFD32946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D06414-2B67-6327-1ABF-4B63F3E28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0A754D-2DD7-D9E2-1E5E-71CE4345C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8262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6751-70D3-D3D0-997A-289AF221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53AED1-A86F-AB53-32CA-8C80EF298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AAEC19-78F3-0BC4-B5B0-AB4FE4F2B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665645-FE1B-18BB-6CF8-E7320D8DA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070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37D34-31E0-50B1-5294-55201D56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2628D3C-C14D-ADB1-9BDA-C896213E3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4E75E1-A729-2EAD-FF34-9AD22E07C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052DDF-8FCE-5261-419A-FE8BCD798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7099-FE52-2808-1013-2FB5A9132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3E2E963-D3C1-CA7D-4F30-B36CB5D91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27E697-B0F7-973B-15F2-ACA439037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9D9C2A-BEBC-4E52-92E4-E5BA3E013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275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76FC-0999-BF9C-C683-571AFB6C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7AF454-50D4-183D-8891-9E9EDAD44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6B16BC3-D877-551F-386F-B4D8E545C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ED47A2-E8BE-41B9-2F17-6166C5BD4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5299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0C61A-7DEF-B985-F08A-6139DDEC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F9C88A3-7F97-83F4-6EAC-1B799B95C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A3671C3-DA5B-72B2-4745-B38BC52E3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500A0F-109A-CEF7-FF77-616A27AB3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2489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D5CD8-7739-5F8E-A693-9C7451B0E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2FDCC9-B9EB-AB70-97F3-CC39E7D52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CE26AB-2E34-50CB-1505-9E9A6A6A3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85B4F2-1CDB-3EB6-25AE-E82E7BA01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14957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CB0C-5EF5-3CC8-AAFC-46D663686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3137A3-3E21-8419-B900-7933446D3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45C5FB2-ABFC-E047-4CE0-C93352058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799801-A478-4AC3-7650-C70DCAF7A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732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3DFB0-A238-70B0-1A0D-A3026633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DBC0308-FBD4-F600-822A-C57FEB239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74916B-9DBB-4A8F-71D1-20078A89A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45C215-2069-8ADF-EF9E-3ACB1A0DD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433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61BA-AB00-6B26-DE5B-B02B8B65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E62367-4C94-3BEE-21D9-54C0C05C0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623DF49-7F73-20EC-F85E-F06524309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4E09C5-0FCA-21D2-E8BE-AAEDA7493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5729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FDB08-CF9D-23E4-A3B5-3709BD26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02F1E0-79F2-33A8-E905-C1CED2AAB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CCC12D-999C-2F5A-D183-22C3A6721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F79187-DC9B-B556-5338-53ABDE70C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1338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34C8-7C04-60F1-7917-3B446FF8E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F8A282C-B15B-8B69-4D82-3C203F688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C8C76D-ED3D-C169-7C3D-F8A06BA2E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526BB4-3FB5-E8D5-E846-A7E21DF27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C574-AAE1-4FF9-B324-60257F3AD8A4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774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49E4B-67A7-AACB-D363-FFEB2921E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6EBD21-81C1-D1E6-4959-EFEE4FD52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FD4495-EDAF-2243-F600-B553DF91B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563F64-6247-9535-2625-C0AE713D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E14856-0C92-EE29-E298-0657C8E0C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19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BC84A-4CFA-0946-3D47-800845B76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82BC28-ECEF-45FA-EF45-A1016F2E7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34BCD4-F743-EE16-6900-92A3DADB7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1A1ACA-1666-3290-E98D-90C282EA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0936FD-F8ED-33CF-058B-EB597AB3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56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375F9-F03F-C855-BBE8-3354334E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608132-5192-CE3C-AC36-FEB0652D7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7434EC-2BA5-185A-79E8-A8E671398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4791D9-8541-BB78-474B-AB1D9168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4F45BD-B0CE-D895-7047-1FFF09AF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19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97B73-33D5-F0D3-86CB-2EC3B2072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321983-FBAE-740C-9F8C-C0A3D9949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6DBBEF-EE2A-DC1B-4215-A5CF00543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CCB477-6108-641B-3092-27749120A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F93CDD-F8CC-69F9-5AB8-2D55B10F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7DA69D-995A-56AD-7A26-D0C400F0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29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E7C65-BCFF-947F-D4D4-F3BA5239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A45A0A-FAA8-D595-F688-59290C854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D29D4F-80BA-DD5F-A212-673FB28B1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5BA835E-BED8-AEAD-F540-E917C5272C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8BE3D4-D171-2D8C-8891-F1F64AE7C4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2085A5-A59F-11AE-E73F-A8859BD8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10900DC-5064-6D04-A743-515FD52F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ED1903-FD50-5056-2192-9E746D72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778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0096D-98B3-410F-0E43-AE22DB57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1BDE00-C052-C470-C0B7-C359939B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EF0D8C-859B-E6C5-3E68-A11E0C9D2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BE74A1-15D9-0DA1-ABCA-80B13868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321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5874B1-F267-5EED-65EF-10D2CBE6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3D6AC25-DFB6-4CAB-5DFD-180F869B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329B69-4D7C-9BBF-A225-D311CD9A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60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FFE1C-2F01-701B-F423-131DE8D8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0BCAED-5C9C-0410-AC9A-57E9AB1FB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9A36CA-BAD7-D484-D4C4-89E20AC16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6F1058-48F5-BE87-6EDD-37761841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B81D23-7F92-7CD2-C437-419832EA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E59250-6FCB-8BD2-98C3-94738383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55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1C90D-6DC4-50E5-61A9-7CBD88F45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8DDB90-AAEC-EFE1-0C3C-0887A7B9B4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FD75B8C-4096-1B3B-79B3-5D0584041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9702B5-9AD8-B249-A8D4-D6F302B3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6AE242-72A7-048C-EA10-537F494A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FC66E4-B4B8-E50B-0D55-D25B7187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24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BA71B-7810-89D5-AB63-B07F2E7A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D8684F-225C-CC11-B022-A800B0E94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CA79B4-EE03-713A-18C6-0147C3B84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8C6518-14F9-BC8B-E8A2-2B9F1DAF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7355F9-C1FE-D52D-0CA1-4166203C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7154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B3424E-AA33-3F93-EF20-43E9D70B7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3FEB60-82F9-A390-A1C7-4C4421B2E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E6F2EB-B10E-AC31-CE26-F29E8CC9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5E776-CE1F-EB15-8099-BBB2BB89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ADD575-5EE4-4EB2-F237-7AF6A7B8B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566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D9E2367-06B3-FD79-423A-1AFD27A0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24EA9B-CA56-26BE-65F5-BFD07191F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AD4C51-892B-234B-D86F-82AD3F88C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1017B-06E7-4815-B9CC-95A31343DE9D}" type="datetimeFigureOut">
              <a:rPr lang="pt-BR" smtClean="0"/>
              <a:t>11/11/2025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114069-EA86-67D4-CFDB-F74927F10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D5B741-23EA-2AF8-E137-60F3F6BADC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DB5F7B-1EF2-4529-8F9A-3A142D3E0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23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fi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fif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fif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FerreiroINTZ/geometria-analitica-trabalho-/tree/master" TargetMode="External"/><Relationship Id="rId4" Type="http://schemas.openxmlformats.org/officeDocument/2006/relationships/hyperlink" Target="https://matematica-kappa.vercel.app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matica-kappa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FerreiroINTZ/geometria-analitica-trabalho-/tree/master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3.jfif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3AA617E-4F3A-0E84-241A-8364325C56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DB5FD2-A02E-22F9-54EC-367E26E31308}"/>
              </a:ext>
            </a:extLst>
          </p:cNvPr>
          <p:cNvSpPr txBox="1"/>
          <p:nvPr/>
        </p:nvSpPr>
        <p:spPr>
          <a:xfrm>
            <a:off x="4815068" y="2303362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B79BF5-B265-522C-B4F6-C057CAFA0AAA}"/>
              </a:ext>
            </a:extLst>
          </p:cNvPr>
          <p:cNvSpPr txBox="1"/>
          <p:nvPr/>
        </p:nvSpPr>
        <p:spPr>
          <a:xfrm>
            <a:off x="3944072" y="2580361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48AF7F-911B-F382-BA60-7C8B2B827274}"/>
              </a:ext>
            </a:extLst>
          </p:cNvPr>
          <p:cNvSpPr/>
          <p:nvPr/>
        </p:nvSpPr>
        <p:spPr>
          <a:xfrm>
            <a:off x="4941184" y="2388413"/>
            <a:ext cx="2316866" cy="35478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DA98AA7-BB27-6150-7D83-BF32C1B61B45}"/>
              </a:ext>
            </a:extLst>
          </p:cNvPr>
          <p:cNvSpPr/>
          <p:nvPr/>
        </p:nvSpPr>
        <p:spPr>
          <a:xfrm>
            <a:off x="4045834" y="2828251"/>
            <a:ext cx="4139316" cy="55629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740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53760-9A40-B95E-D739-7A8706E3D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957A838-57F8-177C-FFC2-1ED31A7702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DB3C0B-C261-BAB6-E229-25866CCC606D}"/>
              </a:ext>
            </a:extLst>
          </p:cNvPr>
          <p:cNvSpPr txBox="1"/>
          <p:nvPr/>
        </p:nvSpPr>
        <p:spPr>
          <a:xfrm>
            <a:off x="4815068" y="2303362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DF38F5-A8ED-F888-652E-617FEAD687AA}"/>
              </a:ext>
            </a:extLst>
          </p:cNvPr>
          <p:cNvSpPr/>
          <p:nvPr/>
        </p:nvSpPr>
        <p:spPr>
          <a:xfrm>
            <a:off x="10648508" y="2388413"/>
            <a:ext cx="2316866" cy="35478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53F9BB-0B3D-BCD1-C07A-0F8FF2AD5A48}"/>
              </a:ext>
            </a:extLst>
          </p:cNvPr>
          <p:cNvSpPr txBox="1"/>
          <p:nvPr/>
        </p:nvSpPr>
        <p:spPr>
          <a:xfrm>
            <a:off x="3944072" y="2580361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276EC29-947D-1EB4-BD47-112D7265BA56}"/>
              </a:ext>
            </a:extLst>
          </p:cNvPr>
          <p:cNvSpPr/>
          <p:nvPr/>
        </p:nvSpPr>
        <p:spPr>
          <a:xfrm>
            <a:off x="-195244" y="2743200"/>
            <a:ext cx="4139316" cy="62452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075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24D9D-D91F-F7FF-3982-1E501BFC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1FAC5B-4B91-9399-A745-70652350D375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0FDE643-C171-B188-CCEF-F8BEE85C3F06}"/>
              </a:ext>
            </a:extLst>
          </p:cNvPr>
          <p:cNvSpPr/>
          <p:nvPr/>
        </p:nvSpPr>
        <p:spPr>
          <a:xfrm>
            <a:off x="1" y="0"/>
            <a:ext cx="12191998" cy="6858000"/>
          </a:xfrm>
          <a:prstGeom prst="rect">
            <a:avLst/>
          </a:prstGeom>
          <a:gradFill flip="none" rotWithShape="1">
            <a:gsLst>
              <a:gs pos="0">
                <a:srgbClr val="060606"/>
              </a:gs>
              <a:gs pos="48000">
                <a:srgbClr val="1B1B1B">
                  <a:alpha val="40000"/>
                </a:srgbClr>
              </a:gs>
              <a:gs pos="100000">
                <a:schemeClr val="tx1">
                  <a:lumMod val="85000"/>
                  <a:lumOff val="15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C3AA409-8B3B-FA2A-02A4-BC0D7D8F98F1}"/>
              </a:ext>
            </a:extLst>
          </p:cNvPr>
          <p:cNvSpPr txBox="1"/>
          <p:nvPr/>
        </p:nvSpPr>
        <p:spPr>
          <a:xfrm>
            <a:off x="4815068" y="459184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01DFD0-092F-F783-5567-7B49C23CE142}"/>
              </a:ext>
            </a:extLst>
          </p:cNvPr>
          <p:cNvSpPr txBox="1"/>
          <p:nvPr/>
        </p:nvSpPr>
        <p:spPr>
          <a:xfrm>
            <a:off x="3944072" y="736183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7E4D88-123B-BDC8-E1E8-71F3C9D16761}"/>
              </a:ext>
            </a:extLst>
          </p:cNvPr>
          <p:cNvSpPr txBox="1"/>
          <p:nvPr/>
        </p:nvSpPr>
        <p:spPr>
          <a:xfrm>
            <a:off x="11926019" y="2259449"/>
            <a:ext cx="43038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solidFill>
                  <a:schemeClr val="bg1"/>
                </a:solidFill>
              </a:rPr>
              <a:t>O QUE </a:t>
            </a:r>
            <a:r>
              <a:rPr lang="pt-BR" sz="7000" b="1" dirty="0">
                <a:solidFill>
                  <a:schemeClr val="bg1"/>
                </a:solidFill>
              </a:rPr>
              <a:t>É?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BADD63D-B1B9-21BA-3263-ED496BDFD8DE}"/>
              </a:ext>
            </a:extLst>
          </p:cNvPr>
          <p:cNvSpPr txBox="1"/>
          <p:nvPr/>
        </p:nvSpPr>
        <p:spPr>
          <a:xfrm>
            <a:off x="1885948" y="2105561"/>
            <a:ext cx="84201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COMPUTACAO 3D</a:t>
            </a:r>
            <a:endParaRPr lang="pt-BR" sz="8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C10B68-3270-87AD-7079-FD803527C58B}"/>
              </a:ext>
            </a:extLst>
          </p:cNvPr>
          <p:cNvSpPr txBox="1"/>
          <p:nvPr/>
        </p:nvSpPr>
        <p:spPr>
          <a:xfrm>
            <a:off x="533400" y="5201336"/>
            <a:ext cx="74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POR:</a:t>
            </a:r>
            <a:endParaRPr lang="pt-BR" i="1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FB559B0-F32B-CC7B-A1B1-702CE8D32761}"/>
              </a:ext>
            </a:extLst>
          </p:cNvPr>
          <p:cNvSpPr txBox="1"/>
          <p:nvPr/>
        </p:nvSpPr>
        <p:spPr>
          <a:xfrm>
            <a:off x="736600" y="5534561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Gabriel F. F.  Oliveira</a:t>
            </a:r>
            <a:endParaRPr lang="pt-BR" b="1" i="1" dirty="0">
              <a:solidFill>
                <a:schemeClr val="bg1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4405D7C-6063-6BF7-911F-75DD4DE5BE41}"/>
              </a:ext>
            </a:extLst>
          </p:cNvPr>
          <p:cNvSpPr txBox="1"/>
          <p:nvPr/>
        </p:nvSpPr>
        <p:spPr>
          <a:xfrm>
            <a:off x="736600" y="5867786"/>
            <a:ext cx="2476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Andrews de Souza</a:t>
            </a:r>
            <a:endParaRPr lang="pt-BR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448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/>
      <p:bldP spid="8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A088F-6A5D-4B06-8DF8-2BE26C6AD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9AC2C1-11B3-DEC7-C6B4-58217B438CF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BBADEC-F6B7-BEA9-7C65-E98D6BAA1B3A}"/>
              </a:ext>
            </a:extLst>
          </p:cNvPr>
          <p:cNvSpPr txBox="1"/>
          <p:nvPr/>
        </p:nvSpPr>
        <p:spPr>
          <a:xfrm>
            <a:off x="4815068" y="3518472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86D5E9-8393-84A3-0097-3F8F131548DF}"/>
              </a:ext>
            </a:extLst>
          </p:cNvPr>
          <p:cNvSpPr txBox="1"/>
          <p:nvPr/>
        </p:nvSpPr>
        <p:spPr>
          <a:xfrm>
            <a:off x="3944072" y="3795471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F34F310-B511-8AC8-728E-E9A1CE8B4624}"/>
              </a:ext>
            </a:extLst>
          </p:cNvPr>
          <p:cNvSpPr txBox="1"/>
          <p:nvPr/>
        </p:nvSpPr>
        <p:spPr>
          <a:xfrm>
            <a:off x="3944071" y="2259449"/>
            <a:ext cx="43038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solidFill>
                  <a:schemeClr val="bg1"/>
                </a:solidFill>
              </a:rPr>
              <a:t>O QUE </a:t>
            </a:r>
            <a:r>
              <a:rPr lang="pt-BR" sz="7000" b="1" dirty="0">
                <a:solidFill>
                  <a:schemeClr val="bg1"/>
                </a:solidFill>
              </a:rPr>
              <a:t>É?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C00E0A1-5936-236D-875F-8EC53F04FBAE}"/>
              </a:ext>
            </a:extLst>
          </p:cNvPr>
          <p:cNvSpPr txBox="1"/>
          <p:nvPr/>
        </p:nvSpPr>
        <p:spPr>
          <a:xfrm>
            <a:off x="1885948" y="6655464"/>
            <a:ext cx="84201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COMPUTACAO 3D</a:t>
            </a:r>
            <a:endParaRPr lang="pt-BR" sz="8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C100EC4-2FCF-245C-CABE-C080C25B8FBC}"/>
              </a:ext>
            </a:extLst>
          </p:cNvPr>
          <p:cNvCxnSpPr>
            <a:cxnSpLocks/>
          </p:cNvCxnSpPr>
          <p:nvPr/>
        </p:nvCxnSpPr>
        <p:spPr>
          <a:xfrm>
            <a:off x="3775276" y="3429000"/>
            <a:ext cx="464144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114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E5C7F-F2F5-EE52-FBC4-19F1C856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C65E105-1BF8-79D7-2653-605B4A5683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053594C-D20A-EA76-9FF1-A1F692B9D88C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1C8CA3-459C-BB01-C7DD-41BC1106E1CD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D2C47B-771C-9298-1D2D-46AF22FAFB82}"/>
              </a:ext>
            </a:extLst>
          </p:cNvPr>
          <p:cNvSpPr txBox="1"/>
          <p:nvPr/>
        </p:nvSpPr>
        <p:spPr>
          <a:xfrm>
            <a:off x="323126" y="250683"/>
            <a:ext cx="2458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 QUE </a:t>
            </a:r>
            <a:r>
              <a:rPr lang="pt-BR" sz="4000" b="1" dirty="0">
                <a:solidFill>
                  <a:schemeClr val="bg1"/>
                </a:solidFill>
              </a:rPr>
              <a:t>É?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0838EE1B-7ECA-F878-A79F-BF3C7D30964F}"/>
              </a:ext>
            </a:extLst>
          </p:cNvPr>
          <p:cNvCxnSpPr>
            <a:cxnSpLocks/>
          </p:cNvCxnSpPr>
          <p:nvPr/>
        </p:nvCxnSpPr>
        <p:spPr>
          <a:xfrm flipV="1">
            <a:off x="1319514" y="1828800"/>
            <a:ext cx="0" cy="359972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819668F2-7569-9CB8-7059-E928A4D86821}"/>
              </a:ext>
            </a:extLst>
          </p:cNvPr>
          <p:cNvCxnSpPr>
            <a:cxnSpLocks/>
          </p:cNvCxnSpPr>
          <p:nvPr/>
        </p:nvCxnSpPr>
        <p:spPr>
          <a:xfrm>
            <a:off x="902825" y="5011838"/>
            <a:ext cx="494239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27461E02-953C-62E2-A9AE-DA838370780F}"/>
              </a:ext>
            </a:extLst>
          </p:cNvPr>
          <p:cNvSpPr/>
          <p:nvPr/>
        </p:nvSpPr>
        <p:spPr>
          <a:xfrm>
            <a:off x="6832921" y="1594661"/>
            <a:ext cx="4039565" cy="403956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06624910-39E3-6E4C-FC5A-205B5B83AE2A}"/>
              </a:ext>
            </a:extLst>
          </p:cNvPr>
          <p:cNvCxnSpPr>
            <a:stCxn id="37" idx="0"/>
            <a:endCxn id="37" idx="4"/>
          </p:cNvCxnSpPr>
          <p:nvPr/>
        </p:nvCxnSpPr>
        <p:spPr>
          <a:xfrm>
            <a:off x="8852704" y="1594661"/>
            <a:ext cx="0" cy="4039565"/>
          </a:xfrm>
          <a:prstGeom prst="line">
            <a:avLst/>
          </a:prstGeom>
          <a:ln>
            <a:solidFill>
              <a:srgbClr val="FF3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FF0A45C7-87A6-6DE8-B9DE-B8801BDB5F4C}"/>
              </a:ext>
            </a:extLst>
          </p:cNvPr>
          <p:cNvCxnSpPr>
            <a:stCxn id="37" idx="2"/>
            <a:endCxn id="37" idx="6"/>
          </p:cNvCxnSpPr>
          <p:nvPr/>
        </p:nvCxnSpPr>
        <p:spPr>
          <a:xfrm>
            <a:off x="6832921" y="3614444"/>
            <a:ext cx="4039565" cy="0"/>
          </a:xfrm>
          <a:prstGeom prst="line">
            <a:avLst/>
          </a:prstGeom>
          <a:ln>
            <a:solidFill>
              <a:srgbClr val="7DC8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C1A9B0FE-E7A5-CA24-F86E-9F7D5D019F5A}"/>
              </a:ext>
            </a:extLst>
          </p:cNvPr>
          <p:cNvSpPr/>
          <p:nvPr/>
        </p:nvSpPr>
        <p:spPr>
          <a:xfrm>
            <a:off x="2111416" y="1893234"/>
            <a:ext cx="2701724" cy="2015050"/>
          </a:xfrm>
          <a:prstGeom prst="triangle">
            <a:avLst>
              <a:gd name="adj" fmla="val 100000"/>
            </a:avLst>
          </a:prstGeom>
          <a:solidFill>
            <a:srgbClr val="FF37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3F6850CC-9FD3-DD1C-C372-A9C650678096}"/>
              </a:ext>
            </a:extLst>
          </p:cNvPr>
          <p:cNvCxnSpPr>
            <a:stCxn id="45" idx="3"/>
          </p:cNvCxnSpPr>
          <p:nvPr/>
        </p:nvCxnSpPr>
        <p:spPr>
          <a:xfrm>
            <a:off x="4813140" y="3908284"/>
            <a:ext cx="0" cy="1103554"/>
          </a:xfrm>
          <a:prstGeom prst="line">
            <a:avLst/>
          </a:prstGeom>
          <a:ln>
            <a:solidFill>
              <a:srgbClr val="7DC8E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A7451C2E-61BA-06FC-0AFC-96EAB55DA734}"/>
              </a:ext>
            </a:extLst>
          </p:cNvPr>
          <p:cNvCxnSpPr>
            <a:stCxn id="45" idx="2"/>
          </p:cNvCxnSpPr>
          <p:nvPr/>
        </p:nvCxnSpPr>
        <p:spPr>
          <a:xfrm>
            <a:off x="2111416" y="3908284"/>
            <a:ext cx="0" cy="1103554"/>
          </a:xfrm>
          <a:prstGeom prst="line">
            <a:avLst/>
          </a:prstGeom>
          <a:ln>
            <a:solidFill>
              <a:srgbClr val="7DC8E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8404DC31-050F-EDDB-C8F8-61E2B845247F}"/>
              </a:ext>
            </a:extLst>
          </p:cNvPr>
          <p:cNvCxnSpPr>
            <a:cxnSpLocks/>
            <a:stCxn id="45" idx="0"/>
          </p:cNvCxnSpPr>
          <p:nvPr/>
        </p:nvCxnSpPr>
        <p:spPr>
          <a:xfrm flipH="1">
            <a:off x="1319514" y="1893234"/>
            <a:ext cx="3493626" cy="0"/>
          </a:xfrm>
          <a:prstGeom prst="line">
            <a:avLst/>
          </a:prstGeom>
          <a:ln>
            <a:solidFill>
              <a:srgbClr val="7DC8E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ACEB1354-D090-5131-50A5-17533FAC1B8E}"/>
              </a:ext>
            </a:extLst>
          </p:cNvPr>
          <p:cNvCxnSpPr>
            <a:stCxn id="45" idx="2"/>
          </p:cNvCxnSpPr>
          <p:nvPr/>
        </p:nvCxnSpPr>
        <p:spPr>
          <a:xfrm flipH="1">
            <a:off x="1319514" y="3908284"/>
            <a:ext cx="791902" cy="0"/>
          </a:xfrm>
          <a:prstGeom prst="line">
            <a:avLst/>
          </a:prstGeom>
          <a:ln>
            <a:solidFill>
              <a:srgbClr val="7DC8E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CB22EAB1-8807-5B68-6632-3A1DFBE3D868}"/>
              </a:ext>
            </a:extLst>
          </p:cNvPr>
          <p:cNvSpPr txBox="1"/>
          <p:nvPr/>
        </p:nvSpPr>
        <p:spPr>
          <a:xfrm>
            <a:off x="1297993" y="1551801"/>
            <a:ext cx="454186" cy="3674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y2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23A3577-587A-91B2-074C-8A62930A895F}"/>
              </a:ext>
            </a:extLst>
          </p:cNvPr>
          <p:cNvSpPr txBox="1"/>
          <p:nvPr/>
        </p:nvSpPr>
        <p:spPr>
          <a:xfrm>
            <a:off x="1325120" y="3495551"/>
            <a:ext cx="4541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y1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8E00B8C-457F-9C1A-B428-19999F58FB10}"/>
              </a:ext>
            </a:extLst>
          </p:cNvPr>
          <p:cNvSpPr txBox="1"/>
          <p:nvPr/>
        </p:nvSpPr>
        <p:spPr>
          <a:xfrm>
            <a:off x="2151084" y="4658283"/>
            <a:ext cx="4541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x1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9D8B2F80-B57C-C989-7D50-795B94023104}"/>
              </a:ext>
            </a:extLst>
          </p:cNvPr>
          <p:cNvSpPr txBox="1"/>
          <p:nvPr/>
        </p:nvSpPr>
        <p:spPr>
          <a:xfrm>
            <a:off x="4799035" y="4658283"/>
            <a:ext cx="45418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x2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BBC9B56-1CED-83E9-EA7C-3A59D029D39F}"/>
              </a:ext>
            </a:extLst>
          </p:cNvPr>
          <p:cNvSpPr txBox="1"/>
          <p:nvPr/>
        </p:nvSpPr>
        <p:spPr>
          <a:xfrm>
            <a:off x="8030960" y="1672856"/>
            <a:ext cx="82174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SENO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EE1E82E-25A0-6341-AF31-8A3238719E0A}"/>
              </a:ext>
            </a:extLst>
          </p:cNvPr>
          <p:cNvSpPr txBox="1"/>
          <p:nvPr/>
        </p:nvSpPr>
        <p:spPr>
          <a:xfrm>
            <a:off x="9534525" y="3259331"/>
            <a:ext cx="130875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DC8E3"/>
                </a:solidFill>
              </a:rPr>
              <a:t>COSSENO</a:t>
            </a:r>
            <a:endParaRPr lang="pt-BR" b="1" dirty="0">
              <a:solidFill>
                <a:srgbClr val="7DC8E3"/>
              </a:solidFill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46BBCF49-2FF7-61C5-9FBF-5756576FA975}"/>
              </a:ext>
            </a:extLst>
          </p:cNvPr>
          <p:cNvSpPr txBox="1"/>
          <p:nvPr/>
        </p:nvSpPr>
        <p:spPr>
          <a:xfrm>
            <a:off x="3002456" y="4000617"/>
            <a:ext cx="10498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DC8E3"/>
                </a:solidFill>
              </a:rPr>
              <a:t>X2 – x1</a:t>
            </a:r>
            <a:endParaRPr lang="pt-BR" b="1" dirty="0">
              <a:solidFill>
                <a:srgbClr val="7DC8E3"/>
              </a:solidFill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A266BA5-68D5-FED6-0F5D-D981900703C1}"/>
              </a:ext>
            </a:extLst>
          </p:cNvPr>
          <p:cNvSpPr txBox="1"/>
          <p:nvPr/>
        </p:nvSpPr>
        <p:spPr>
          <a:xfrm>
            <a:off x="4764281" y="2812122"/>
            <a:ext cx="10498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DC8E3"/>
                </a:solidFill>
              </a:rPr>
              <a:t>y2 – y1</a:t>
            </a:r>
            <a:endParaRPr lang="pt-BR" b="1" dirty="0">
              <a:solidFill>
                <a:srgbClr val="7DC8E3"/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A55FB67-00DE-EF88-AAF5-A7A692DF37A3}"/>
              </a:ext>
            </a:extLst>
          </p:cNvPr>
          <p:cNvSpPr txBox="1"/>
          <p:nvPr/>
        </p:nvSpPr>
        <p:spPr>
          <a:xfrm>
            <a:off x="2680103" y="2670858"/>
            <a:ext cx="104985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DC8E3"/>
                </a:solidFill>
              </a:rPr>
              <a:t>d</a:t>
            </a:r>
            <a:endParaRPr lang="pt-BR" b="1" dirty="0">
              <a:solidFill>
                <a:srgbClr val="7DC8E3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22E4869-79B6-1114-E2BF-F67D979A564F}"/>
              </a:ext>
            </a:extLst>
          </p:cNvPr>
          <p:cNvSpPr txBox="1"/>
          <p:nvPr/>
        </p:nvSpPr>
        <p:spPr>
          <a:xfrm>
            <a:off x="10871968" y="3429000"/>
            <a:ext cx="2706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DC8E3"/>
                </a:solidFill>
              </a:rPr>
              <a:t>1</a:t>
            </a:r>
            <a:endParaRPr lang="pt-BR" b="1" dirty="0">
              <a:solidFill>
                <a:srgbClr val="7DC8E3"/>
              </a:solidFill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D3585531-A222-3ABE-1413-69B2200746B3}"/>
              </a:ext>
            </a:extLst>
          </p:cNvPr>
          <p:cNvSpPr txBox="1"/>
          <p:nvPr/>
        </p:nvSpPr>
        <p:spPr>
          <a:xfrm>
            <a:off x="6444707" y="3443997"/>
            <a:ext cx="4702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DC8E3"/>
                </a:solidFill>
              </a:rPr>
              <a:t>-1</a:t>
            </a:r>
            <a:endParaRPr lang="pt-BR" dirty="0">
              <a:solidFill>
                <a:srgbClr val="7DC8E3"/>
              </a:solidFill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8AD0E0F7-46DB-0407-B8D9-F04DC021953B}"/>
              </a:ext>
            </a:extLst>
          </p:cNvPr>
          <p:cNvSpPr txBox="1"/>
          <p:nvPr/>
        </p:nvSpPr>
        <p:spPr>
          <a:xfrm>
            <a:off x="8617559" y="1237961"/>
            <a:ext cx="4702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1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EF5CF50-3F5C-FB6B-CE4E-0A6664BC430B}"/>
              </a:ext>
            </a:extLst>
          </p:cNvPr>
          <p:cNvSpPr txBox="1"/>
          <p:nvPr/>
        </p:nvSpPr>
        <p:spPr>
          <a:xfrm>
            <a:off x="8585100" y="5712421"/>
            <a:ext cx="47028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-1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7D864F0-67BF-A989-C81D-7A1FC8E28164}"/>
              </a:ext>
            </a:extLst>
          </p:cNvPr>
          <p:cNvSpPr txBox="1"/>
          <p:nvPr/>
        </p:nvSpPr>
        <p:spPr>
          <a:xfrm>
            <a:off x="-6396188" y="2100913"/>
            <a:ext cx="6535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ONDE SE APLICA?</a:t>
            </a:r>
            <a:endParaRPr lang="pt-BR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61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750"/>
                            </p:stCondLst>
                            <p:childTnLst>
                              <p:par>
                                <p:cTn id="5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25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50"/>
                            </p:stCondLst>
                            <p:childTnLst>
                              <p:par>
                                <p:cTn id="6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250"/>
                            </p:stCondLst>
                            <p:childTnLst>
                              <p:par>
                                <p:cTn id="6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5" grpId="0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6B9E-C4D8-02C4-431F-B795FADFF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A6A902B-739C-3740-0FB5-E1B73E52A3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AE90FA8-2C61-3E02-8384-66D36CFA8732}"/>
              </a:ext>
            </a:extLst>
          </p:cNvPr>
          <p:cNvSpPr txBox="1"/>
          <p:nvPr/>
        </p:nvSpPr>
        <p:spPr>
          <a:xfrm>
            <a:off x="4815068" y="3187427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311FF7-41B9-7F89-C82F-C5BB2B3AB8A4}"/>
              </a:ext>
            </a:extLst>
          </p:cNvPr>
          <p:cNvSpPr txBox="1"/>
          <p:nvPr/>
        </p:nvSpPr>
        <p:spPr>
          <a:xfrm>
            <a:off x="3944072" y="3464426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481ED5E-E735-651D-2961-18B2E32D3BE4}"/>
              </a:ext>
            </a:extLst>
          </p:cNvPr>
          <p:cNvSpPr txBox="1"/>
          <p:nvPr/>
        </p:nvSpPr>
        <p:spPr>
          <a:xfrm>
            <a:off x="-2384910" y="250683"/>
            <a:ext cx="2458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 QUE </a:t>
            </a:r>
            <a:r>
              <a:rPr lang="pt-BR" sz="4000" b="1" dirty="0">
                <a:solidFill>
                  <a:schemeClr val="bg1"/>
                </a:solidFill>
              </a:rPr>
              <a:t>É?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0C4F6C-9ED6-E285-0B4E-EA1DA742C5A9}"/>
              </a:ext>
            </a:extLst>
          </p:cNvPr>
          <p:cNvSpPr txBox="1"/>
          <p:nvPr/>
        </p:nvSpPr>
        <p:spPr>
          <a:xfrm>
            <a:off x="2828039" y="2100913"/>
            <a:ext cx="6535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ONDE SE APLICA?</a:t>
            </a:r>
            <a:endParaRPr lang="pt-BR" sz="6000" b="1" dirty="0">
              <a:solidFill>
                <a:schemeClr val="bg1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8790AC5-8F7E-E4DA-D792-7A2AEC8F2514}"/>
              </a:ext>
            </a:extLst>
          </p:cNvPr>
          <p:cNvCxnSpPr/>
          <p:nvPr/>
        </p:nvCxnSpPr>
        <p:spPr>
          <a:xfrm>
            <a:off x="2974694" y="3116576"/>
            <a:ext cx="6215605" cy="0"/>
          </a:xfrm>
          <a:prstGeom prst="line">
            <a:avLst/>
          </a:prstGeom>
          <a:ln>
            <a:solidFill>
              <a:srgbClr val="FF3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924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5B33F-5147-D17B-0478-411F6E7A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E91C754-6287-0F8A-DB37-9CA68A1AD1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ED10F6-C158-A0F6-5230-6CBE1C5968A4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D6ED9D7-1C44-8F4C-B04F-0BBABF90733E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 descr="Uma imagem contendo transporte, neve, superfície, coberto&#10;&#10;O conteúdo gerado por IA pode estar incorreto.">
            <a:extLst>
              <a:ext uri="{FF2B5EF4-FFF2-40B4-BE49-F238E27FC236}">
                <a16:creationId xmlns:a16="http://schemas.microsoft.com/office/drawing/2014/main" id="{B65F008D-7C9D-4192-9220-236C4B734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6" r="16591"/>
          <a:stretch>
            <a:fillRect/>
          </a:stretch>
        </p:blipFill>
        <p:spPr>
          <a:xfrm>
            <a:off x="-5277399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5" name="Imagem 4" descr="Mão segurando embalagem de papel&#10;&#10;O conteúdo gerado por IA pode estar incorreto.">
            <a:extLst>
              <a:ext uri="{FF2B5EF4-FFF2-40B4-BE49-F238E27FC236}">
                <a16:creationId xmlns:a16="http://schemas.microsoft.com/office/drawing/2014/main" id="{9B0650C5-D6D8-ABC9-4D22-6B1C68C414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9"/>
          <a:stretch>
            <a:fillRect/>
          </a:stretch>
        </p:blipFill>
        <p:spPr>
          <a:xfrm flipH="1">
            <a:off x="-5277399" y="0"/>
            <a:ext cx="5223650" cy="6858000"/>
          </a:xfrm>
          <a:custGeom>
            <a:avLst/>
            <a:gdLst>
              <a:gd name="connsiteX0" fmla="*/ 3580074 w 5223650"/>
              <a:gd name="connsiteY0" fmla="*/ 0 h 6858000"/>
              <a:gd name="connsiteX1" fmla="*/ 21202 w 5223650"/>
              <a:gd name="connsiteY1" fmla="*/ 0 h 6858000"/>
              <a:gd name="connsiteX2" fmla="*/ 0 w 5223650"/>
              <a:gd name="connsiteY2" fmla="*/ 4716 h 6858000"/>
              <a:gd name="connsiteX3" fmla="*/ 0 w 5223650"/>
              <a:gd name="connsiteY3" fmla="*/ 4720 h 6858000"/>
              <a:gd name="connsiteX4" fmla="*/ 1642445 w 5223650"/>
              <a:gd name="connsiteY4" fmla="*/ 6858000 h 6858000"/>
              <a:gd name="connsiteX5" fmla="*/ 522365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3580074" y="0"/>
                </a:moveTo>
                <a:lnTo>
                  <a:pt x="21202" y="0"/>
                </a:lnTo>
                <a:lnTo>
                  <a:pt x="0" y="4716"/>
                </a:lnTo>
                <a:lnTo>
                  <a:pt x="0" y="4720"/>
                </a:lnTo>
                <a:lnTo>
                  <a:pt x="1642445" y="6858000"/>
                </a:lnTo>
                <a:lnTo>
                  <a:pt x="5223650" y="6858000"/>
                </a:lnTo>
                <a:close/>
              </a:path>
            </a:pathLst>
          </a:cu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5D4C985-1985-5034-5A5F-55229371EBDA}"/>
              </a:ext>
            </a:extLst>
          </p:cNvPr>
          <p:cNvSpPr txBox="1"/>
          <p:nvPr/>
        </p:nvSpPr>
        <p:spPr>
          <a:xfrm>
            <a:off x="177437" y="144792"/>
            <a:ext cx="4464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ONDE SE APLICA?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4614F1A4-8E64-AF45-3FD2-810937971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9920" r="361" b="10932"/>
          <a:stretch>
            <a:fillRect/>
          </a:stretch>
        </p:blipFill>
        <p:spPr>
          <a:xfrm rot="16956035">
            <a:off x="-6579463" y="1629972"/>
            <a:ext cx="7827775" cy="3602772"/>
          </a:xfrm>
          <a:custGeom>
            <a:avLst/>
            <a:gdLst>
              <a:gd name="connsiteX0" fmla="*/ 7051373 w 7827775"/>
              <a:gd name="connsiteY0" fmla="*/ 107896 h 3602772"/>
              <a:gd name="connsiteX1" fmla="*/ 7827752 w 7827775"/>
              <a:gd name="connsiteY1" fmla="*/ 3581051 h 3602772"/>
              <a:gd name="connsiteX2" fmla="*/ 7827775 w 7827775"/>
              <a:gd name="connsiteY2" fmla="*/ 3602771 h 3602772"/>
              <a:gd name="connsiteX3" fmla="*/ 7827771 w 7827775"/>
              <a:gd name="connsiteY3" fmla="*/ 3602772 h 3602772"/>
              <a:gd name="connsiteX4" fmla="*/ 781251 w 7827775"/>
              <a:gd name="connsiteY4" fmla="*/ 3494950 h 3602772"/>
              <a:gd name="connsiteX5" fmla="*/ 0 w 7827775"/>
              <a:gd name="connsiteY5" fmla="*/ 0 h 360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27775" h="3602772">
                <a:moveTo>
                  <a:pt x="7051373" y="107896"/>
                </a:moveTo>
                <a:lnTo>
                  <a:pt x="7827752" y="3581051"/>
                </a:lnTo>
                <a:lnTo>
                  <a:pt x="7827775" y="3602771"/>
                </a:lnTo>
                <a:lnTo>
                  <a:pt x="7827771" y="3602772"/>
                </a:lnTo>
                <a:lnTo>
                  <a:pt x="781251" y="349495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Imagem 9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D054B5A-A4E7-D1A9-44AE-B5666B9809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2" t="1915" r="24573" b="23409"/>
          <a:stretch>
            <a:fillRect/>
          </a:stretch>
        </p:blipFill>
        <p:spPr>
          <a:xfrm>
            <a:off x="-5277399" y="0"/>
            <a:ext cx="5223650" cy="6858000"/>
          </a:xfrm>
          <a:custGeom>
            <a:avLst/>
            <a:gdLst>
              <a:gd name="connsiteX0" fmla="*/ 1643577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7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68719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96CDF-8C71-7395-2E0C-0D58C1B08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3B676D9-0862-6504-DA3F-6BDF045EBF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Mão segurando embalagem de papel&#10;&#10;O conteúdo gerado por IA pode estar incorreto.">
            <a:extLst>
              <a:ext uri="{FF2B5EF4-FFF2-40B4-BE49-F238E27FC236}">
                <a16:creationId xmlns:a16="http://schemas.microsoft.com/office/drawing/2014/main" id="{4276B0C1-930F-73D1-EECC-16F243DB5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9"/>
          <a:stretch>
            <a:fillRect/>
          </a:stretch>
        </p:blipFill>
        <p:spPr>
          <a:xfrm flipH="1">
            <a:off x="1825334" y="0"/>
            <a:ext cx="5223650" cy="6858000"/>
          </a:xfrm>
          <a:custGeom>
            <a:avLst/>
            <a:gdLst>
              <a:gd name="connsiteX0" fmla="*/ 3580074 w 5223650"/>
              <a:gd name="connsiteY0" fmla="*/ 0 h 6858000"/>
              <a:gd name="connsiteX1" fmla="*/ 21202 w 5223650"/>
              <a:gd name="connsiteY1" fmla="*/ 0 h 6858000"/>
              <a:gd name="connsiteX2" fmla="*/ 0 w 5223650"/>
              <a:gd name="connsiteY2" fmla="*/ 4716 h 6858000"/>
              <a:gd name="connsiteX3" fmla="*/ 0 w 5223650"/>
              <a:gd name="connsiteY3" fmla="*/ 4720 h 6858000"/>
              <a:gd name="connsiteX4" fmla="*/ 1642445 w 5223650"/>
              <a:gd name="connsiteY4" fmla="*/ 6858000 h 6858000"/>
              <a:gd name="connsiteX5" fmla="*/ 522365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3580074" y="0"/>
                </a:moveTo>
                <a:lnTo>
                  <a:pt x="21202" y="0"/>
                </a:lnTo>
                <a:lnTo>
                  <a:pt x="0" y="4716"/>
                </a:lnTo>
                <a:lnTo>
                  <a:pt x="0" y="4720"/>
                </a:lnTo>
                <a:lnTo>
                  <a:pt x="1642445" y="6858000"/>
                </a:lnTo>
                <a:lnTo>
                  <a:pt x="5223650" y="6858000"/>
                </a:lnTo>
                <a:close/>
              </a:path>
            </a:pathLst>
          </a:custGeom>
        </p:spPr>
      </p:pic>
      <p:pic>
        <p:nvPicPr>
          <p:cNvPr id="3" name="Imagem 2" descr="Uma imagem contendo transporte, neve, superfície, coberto&#10;&#10;O conteúdo gerado por IA pode estar incorreto.">
            <a:extLst>
              <a:ext uri="{FF2B5EF4-FFF2-40B4-BE49-F238E27FC236}">
                <a16:creationId xmlns:a16="http://schemas.microsoft.com/office/drawing/2014/main" id="{235F4A9F-CB00-0C5B-2ED6-099596D17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6" r="16591"/>
          <a:stretch>
            <a:fillRect/>
          </a:stretch>
        </p:blipFill>
        <p:spPr>
          <a:xfrm>
            <a:off x="-1717836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A71241AE-A787-7BDF-B48F-BDC25193AC03}"/>
              </a:ext>
            </a:extLst>
          </p:cNvPr>
          <p:cNvSpPr/>
          <p:nvPr/>
        </p:nvSpPr>
        <p:spPr>
          <a:xfrm>
            <a:off x="1889760" y="0"/>
            <a:ext cx="5077564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8000">
                <a:schemeClr val="accent3">
                  <a:lumMod val="40000"/>
                  <a:lumOff val="60000"/>
                  <a:alpha val="2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BE184A3A-3664-3EBC-79E8-F4258CED7D3E}"/>
              </a:ext>
            </a:extLst>
          </p:cNvPr>
          <p:cNvSpPr/>
          <p:nvPr/>
        </p:nvSpPr>
        <p:spPr>
          <a:xfrm>
            <a:off x="-1717836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48000">
                <a:schemeClr val="tx2">
                  <a:lumMod val="75000"/>
                  <a:lumOff val="25000"/>
                  <a:alpha val="20000"/>
                </a:schemeClr>
              </a:gs>
              <a:gs pos="100000">
                <a:schemeClr val="tx2">
                  <a:lumMod val="50000"/>
                  <a:lumOff val="5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9166F72-1800-E783-A0BA-DBAC11128A75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D093F7-D61D-8AD6-CC28-5988FAF59ACA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B6DA7A-920C-7560-C016-6FBE811102AD}"/>
              </a:ext>
            </a:extLst>
          </p:cNvPr>
          <p:cNvSpPr txBox="1"/>
          <p:nvPr/>
        </p:nvSpPr>
        <p:spPr>
          <a:xfrm>
            <a:off x="177437" y="144792"/>
            <a:ext cx="4464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ONDE SE APLICA?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D70A8F6E-C4F5-B401-F498-80C7069C5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9920" r="361" b="10932"/>
          <a:stretch>
            <a:fillRect/>
          </a:stretch>
        </p:blipFill>
        <p:spPr>
          <a:xfrm rot="16956035">
            <a:off x="4029087" y="1629972"/>
            <a:ext cx="7827775" cy="3602772"/>
          </a:xfrm>
          <a:custGeom>
            <a:avLst/>
            <a:gdLst>
              <a:gd name="connsiteX0" fmla="*/ 7051373 w 7827775"/>
              <a:gd name="connsiteY0" fmla="*/ 107896 h 3602772"/>
              <a:gd name="connsiteX1" fmla="*/ 7827752 w 7827775"/>
              <a:gd name="connsiteY1" fmla="*/ 3581051 h 3602772"/>
              <a:gd name="connsiteX2" fmla="*/ 7827775 w 7827775"/>
              <a:gd name="connsiteY2" fmla="*/ 3602771 h 3602772"/>
              <a:gd name="connsiteX3" fmla="*/ 7827771 w 7827775"/>
              <a:gd name="connsiteY3" fmla="*/ 3602772 h 3602772"/>
              <a:gd name="connsiteX4" fmla="*/ 781251 w 7827775"/>
              <a:gd name="connsiteY4" fmla="*/ 3494950 h 3602772"/>
              <a:gd name="connsiteX5" fmla="*/ 0 w 7827775"/>
              <a:gd name="connsiteY5" fmla="*/ 0 h 360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27775" h="3602772">
                <a:moveTo>
                  <a:pt x="7051373" y="107896"/>
                </a:moveTo>
                <a:lnTo>
                  <a:pt x="7827752" y="3581051"/>
                </a:lnTo>
                <a:lnTo>
                  <a:pt x="7827775" y="3602771"/>
                </a:lnTo>
                <a:lnTo>
                  <a:pt x="7827771" y="3602772"/>
                </a:lnTo>
                <a:lnTo>
                  <a:pt x="781251" y="349495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5517E9E3-426F-5366-DF4B-81C04028571D}"/>
              </a:ext>
            </a:extLst>
          </p:cNvPr>
          <p:cNvSpPr/>
          <p:nvPr/>
        </p:nvSpPr>
        <p:spPr>
          <a:xfrm>
            <a:off x="533114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48000">
                <a:schemeClr val="tx2">
                  <a:lumMod val="10000"/>
                  <a:lumOff val="90000"/>
                  <a:alpha val="19000"/>
                </a:schemeClr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14" name="Imagem 1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B3C8490-3EFC-1BD7-F915-CB1ADCE593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2" t="1915" r="24573" b="23409"/>
          <a:stretch>
            <a:fillRect/>
          </a:stretch>
        </p:blipFill>
        <p:spPr>
          <a:xfrm>
            <a:off x="8874318" y="0"/>
            <a:ext cx="5223650" cy="6858000"/>
          </a:xfrm>
          <a:custGeom>
            <a:avLst/>
            <a:gdLst>
              <a:gd name="connsiteX0" fmla="*/ 1643577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7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629E04CF-8CD2-0B74-7E7B-DE0369A15F7A}"/>
              </a:ext>
            </a:extLst>
          </p:cNvPr>
          <p:cNvSpPr/>
          <p:nvPr/>
        </p:nvSpPr>
        <p:spPr>
          <a:xfrm>
            <a:off x="887431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D17E4B"/>
              </a:gs>
              <a:gs pos="48000">
                <a:srgbClr val="D17E4B">
                  <a:alpha val="18000"/>
                </a:srgbClr>
              </a:gs>
              <a:gs pos="100000">
                <a:srgbClr val="EBAB0B">
                  <a:alpha val="0"/>
                </a:srgbClr>
              </a:gs>
            </a:gsLst>
            <a:lin ang="16200000" scaled="1"/>
          </a:gradFill>
          <a:ln>
            <a:solidFill>
              <a:srgbClr val="E694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408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1B6E-C9DE-04F6-3417-BD651FF1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60CAFA2-4EDC-6BF0-E288-9CD3DE314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1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BCC0DD8F-F591-9BA9-9279-C1EECDD0D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0678"/>
            <a:ext cx="12192000" cy="9183584"/>
          </a:xfrm>
          <a:prstGeom prst="rect">
            <a:avLst/>
          </a:prstGeom>
        </p:spPr>
      </p:pic>
      <p:pic>
        <p:nvPicPr>
          <p:cNvPr id="5" name="Imagem 4" descr="Mão segurando embalagem de papel&#10;&#10;O conteúdo gerado por IA pode estar incorreto.">
            <a:extLst>
              <a:ext uri="{FF2B5EF4-FFF2-40B4-BE49-F238E27FC236}">
                <a16:creationId xmlns:a16="http://schemas.microsoft.com/office/drawing/2014/main" id="{60872476-53D0-D954-0404-6DE3C6706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9"/>
          <a:stretch>
            <a:fillRect/>
          </a:stretch>
        </p:blipFill>
        <p:spPr>
          <a:xfrm flipH="1">
            <a:off x="-5223650" y="0"/>
            <a:ext cx="5223650" cy="6858000"/>
          </a:xfrm>
          <a:custGeom>
            <a:avLst/>
            <a:gdLst>
              <a:gd name="connsiteX0" fmla="*/ 3580074 w 5223650"/>
              <a:gd name="connsiteY0" fmla="*/ 0 h 6858000"/>
              <a:gd name="connsiteX1" fmla="*/ 21202 w 5223650"/>
              <a:gd name="connsiteY1" fmla="*/ 0 h 6858000"/>
              <a:gd name="connsiteX2" fmla="*/ 0 w 5223650"/>
              <a:gd name="connsiteY2" fmla="*/ 4716 h 6858000"/>
              <a:gd name="connsiteX3" fmla="*/ 0 w 5223650"/>
              <a:gd name="connsiteY3" fmla="*/ 4720 h 6858000"/>
              <a:gd name="connsiteX4" fmla="*/ 1642445 w 5223650"/>
              <a:gd name="connsiteY4" fmla="*/ 6858000 h 6858000"/>
              <a:gd name="connsiteX5" fmla="*/ 522365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3580074" y="0"/>
                </a:moveTo>
                <a:lnTo>
                  <a:pt x="21202" y="0"/>
                </a:lnTo>
                <a:lnTo>
                  <a:pt x="0" y="4716"/>
                </a:lnTo>
                <a:lnTo>
                  <a:pt x="0" y="4720"/>
                </a:lnTo>
                <a:lnTo>
                  <a:pt x="1642445" y="6858000"/>
                </a:lnTo>
                <a:lnTo>
                  <a:pt x="5223650" y="6858000"/>
                </a:lnTo>
                <a:close/>
              </a:path>
            </a:pathLst>
          </a:custGeom>
        </p:spPr>
      </p:pic>
      <p:pic>
        <p:nvPicPr>
          <p:cNvPr id="3" name="Imagem 2" descr="Uma imagem contendo transporte, neve, superfície, coberto&#10;&#10;O conteúdo gerado por IA pode estar incorreto.">
            <a:extLst>
              <a:ext uri="{FF2B5EF4-FFF2-40B4-BE49-F238E27FC236}">
                <a16:creationId xmlns:a16="http://schemas.microsoft.com/office/drawing/2014/main" id="{5FB40A72-D085-A2C6-1547-C258DF7A82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6" r="16591"/>
          <a:stretch>
            <a:fillRect/>
          </a:stretch>
        </p:blipFill>
        <p:spPr>
          <a:xfrm>
            <a:off x="-5223653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DAF50F9-0088-7A33-C96B-3CB0BF138EB6}"/>
              </a:ext>
            </a:extLst>
          </p:cNvPr>
          <p:cNvSpPr/>
          <p:nvPr/>
        </p:nvSpPr>
        <p:spPr>
          <a:xfrm>
            <a:off x="-5093672" y="0"/>
            <a:ext cx="5077564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8000">
                <a:schemeClr val="accent3">
                  <a:lumMod val="40000"/>
                  <a:lumOff val="60000"/>
                  <a:alpha val="2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2EC058FC-6C9B-A509-A11F-638C3DDE5D19}"/>
              </a:ext>
            </a:extLst>
          </p:cNvPr>
          <p:cNvSpPr/>
          <p:nvPr/>
        </p:nvSpPr>
        <p:spPr>
          <a:xfrm>
            <a:off x="-5255863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48000">
                <a:schemeClr val="tx2">
                  <a:lumMod val="75000"/>
                  <a:lumOff val="25000"/>
                  <a:alpha val="20000"/>
                </a:schemeClr>
              </a:gs>
              <a:gs pos="100000">
                <a:schemeClr val="tx2">
                  <a:lumMod val="50000"/>
                  <a:lumOff val="5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26CD426-E13C-5BB8-08D4-2DBCD445EF96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3688CB-159A-2306-13BF-1413FB974BA9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5C2A189-4615-E932-906B-A01B05AD704F}"/>
              </a:ext>
            </a:extLst>
          </p:cNvPr>
          <p:cNvSpPr txBox="1"/>
          <p:nvPr/>
        </p:nvSpPr>
        <p:spPr>
          <a:xfrm>
            <a:off x="177437" y="-707886"/>
            <a:ext cx="4464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ONDE SE APLICA?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82EC15E-AC38-479D-662B-6AF41AFDA2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9920" r="361" b="10932"/>
          <a:stretch>
            <a:fillRect/>
          </a:stretch>
        </p:blipFill>
        <p:spPr>
          <a:xfrm rot="16956035">
            <a:off x="-6557929" y="1629973"/>
            <a:ext cx="7827775" cy="3602772"/>
          </a:xfrm>
          <a:custGeom>
            <a:avLst/>
            <a:gdLst>
              <a:gd name="connsiteX0" fmla="*/ 7051373 w 7827775"/>
              <a:gd name="connsiteY0" fmla="*/ 107896 h 3602772"/>
              <a:gd name="connsiteX1" fmla="*/ 7827752 w 7827775"/>
              <a:gd name="connsiteY1" fmla="*/ 3581051 h 3602772"/>
              <a:gd name="connsiteX2" fmla="*/ 7827775 w 7827775"/>
              <a:gd name="connsiteY2" fmla="*/ 3602771 h 3602772"/>
              <a:gd name="connsiteX3" fmla="*/ 7827771 w 7827775"/>
              <a:gd name="connsiteY3" fmla="*/ 3602772 h 3602772"/>
              <a:gd name="connsiteX4" fmla="*/ 781251 w 7827775"/>
              <a:gd name="connsiteY4" fmla="*/ 3494950 h 3602772"/>
              <a:gd name="connsiteX5" fmla="*/ 0 w 7827775"/>
              <a:gd name="connsiteY5" fmla="*/ 0 h 360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27775" h="3602772">
                <a:moveTo>
                  <a:pt x="7051373" y="107896"/>
                </a:moveTo>
                <a:lnTo>
                  <a:pt x="7827752" y="3581051"/>
                </a:lnTo>
                <a:lnTo>
                  <a:pt x="7827775" y="3602771"/>
                </a:lnTo>
                <a:lnTo>
                  <a:pt x="7827771" y="3602772"/>
                </a:lnTo>
                <a:lnTo>
                  <a:pt x="781251" y="349495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A4E4918-7BDA-1E21-A4BA-F7F08866C8C1}"/>
              </a:ext>
            </a:extLst>
          </p:cNvPr>
          <p:cNvSpPr/>
          <p:nvPr/>
        </p:nvSpPr>
        <p:spPr>
          <a:xfrm>
            <a:off x="-5255866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48000">
                <a:schemeClr val="tx2">
                  <a:lumMod val="10000"/>
                  <a:lumOff val="90000"/>
                  <a:alpha val="19000"/>
                </a:schemeClr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14" name="Imagem 13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F71B8F4-207D-BF47-5C21-3334412C8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2" t="1915" r="24573" b="23409"/>
          <a:stretch>
            <a:fillRect/>
          </a:stretch>
        </p:blipFill>
        <p:spPr>
          <a:xfrm>
            <a:off x="3634559" y="0"/>
            <a:ext cx="5223650" cy="6858000"/>
          </a:xfrm>
          <a:custGeom>
            <a:avLst/>
            <a:gdLst>
              <a:gd name="connsiteX0" fmla="*/ 1643577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7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404A9A15-EAFF-B366-D69A-4FC0608EE913}"/>
              </a:ext>
            </a:extLst>
          </p:cNvPr>
          <p:cNvSpPr/>
          <p:nvPr/>
        </p:nvSpPr>
        <p:spPr>
          <a:xfrm>
            <a:off x="3618451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D17E4B"/>
              </a:gs>
              <a:gs pos="48000">
                <a:srgbClr val="D17E4B">
                  <a:alpha val="18000"/>
                </a:srgbClr>
              </a:gs>
              <a:gs pos="100000">
                <a:srgbClr val="EBAB0B">
                  <a:alpha val="0"/>
                </a:srgbClr>
              </a:gs>
            </a:gsLst>
            <a:lin ang="16200000" scaled="1"/>
          </a:gradFill>
          <a:ln>
            <a:solidFill>
              <a:srgbClr val="E694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316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0C9A-E8A8-78D4-E282-313EDACB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53B9E44-AFEC-F389-B3B0-3BD36F8BA8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1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8D78623-512A-869C-87CA-8503F9149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3702"/>
            <a:ext cx="12192000" cy="9183584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0426D0DF-0983-2CFD-3A44-E57E6587CD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9C767A-29BF-F1A4-F927-057AAFB7CF8B}"/>
              </a:ext>
            </a:extLst>
          </p:cNvPr>
          <p:cNvSpPr txBox="1"/>
          <p:nvPr/>
        </p:nvSpPr>
        <p:spPr>
          <a:xfrm>
            <a:off x="2819398" y="6792842"/>
            <a:ext cx="6553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</a:rPr>
              <a:t>CENARIO PROPOSTA</a:t>
            </a:r>
            <a:endParaRPr lang="pt-BR" sz="5000" b="1" dirty="0">
              <a:solidFill>
                <a:schemeClr val="bg1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FA1B7D5-6D01-6C23-90B4-95BE03C553D8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D47EBD-E10D-0917-7724-6C0B84952875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484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B4225-B523-18AB-297E-65BD5AA7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3CC11A01-E67D-F3D7-3021-C58017776A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F463E2-A453-F234-F122-2DAB8E31B46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251B25-0037-95DC-9110-206258DA8121}"/>
              </a:ext>
            </a:extLst>
          </p:cNvPr>
          <p:cNvSpPr txBox="1"/>
          <p:nvPr/>
        </p:nvSpPr>
        <p:spPr>
          <a:xfrm>
            <a:off x="4815068" y="3585337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EED4BC3-7627-B65E-3F9B-4CB859020E4D}"/>
              </a:ext>
            </a:extLst>
          </p:cNvPr>
          <p:cNvSpPr txBox="1"/>
          <p:nvPr/>
        </p:nvSpPr>
        <p:spPr>
          <a:xfrm>
            <a:off x="3944072" y="3862336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B636EB3-236D-8C6F-F45C-B9CE8D5E7C2E}"/>
              </a:ext>
            </a:extLst>
          </p:cNvPr>
          <p:cNvSpPr txBox="1"/>
          <p:nvPr/>
        </p:nvSpPr>
        <p:spPr>
          <a:xfrm>
            <a:off x="2819398" y="2567226"/>
            <a:ext cx="65532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</a:rPr>
              <a:t>CENARIO PROPOSTA</a:t>
            </a:r>
            <a:endParaRPr lang="pt-BR" sz="5000" b="1" dirty="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CE8F65-707E-499D-7ADF-8246036BB9D7}"/>
              </a:ext>
            </a:extLst>
          </p:cNvPr>
          <p:cNvCxnSpPr/>
          <p:nvPr/>
        </p:nvCxnSpPr>
        <p:spPr>
          <a:xfrm>
            <a:off x="3009900" y="3429000"/>
            <a:ext cx="6229350" cy="0"/>
          </a:xfrm>
          <a:prstGeom prst="line">
            <a:avLst/>
          </a:prstGeom>
          <a:ln>
            <a:solidFill>
              <a:srgbClr val="FF3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647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9EC7-0FDA-A312-B683-33A0E3A5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91EA7E3B-F1AE-23E5-E2F5-D2005CF78E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0C1D58-6E0D-9B7A-F8EB-71234A1FE2B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91964E8-A8B8-96AE-4247-CB190B27A76B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8CBE54-8EED-E46A-82A3-FE62DCCDD5FD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0538299-AE59-9EC7-1011-1F1C78B1840A}"/>
              </a:ext>
            </a:extLst>
          </p:cNvPr>
          <p:cNvSpPr txBox="1"/>
          <p:nvPr/>
        </p:nvSpPr>
        <p:spPr>
          <a:xfrm>
            <a:off x="209548" y="281226"/>
            <a:ext cx="5219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CENARIO PROPOSTA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A5F0AC98-80CE-588D-9448-ACC08F41C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1" y="1823443"/>
            <a:ext cx="57054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89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6D899-EEB3-9A79-2B6A-E763D8242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2D2BD70A-FFE1-D0ED-22B3-0E26A0E51A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76A61E6-ABA2-C91C-CF53-14FB1593645F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763ECF-F56F-FFEB-5966-6A46F10F051D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82E0F9-78B1-A304-8A94-1173F2692D99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3632A6C-9593-91E9-9FD6-668627581178}"/>
              </a:ext>
            </a:extLst>
          </p:cNvPr>
          <p:cNvSpPr txBox="1"/>
          <p:nvPr/>
        </p:nvSpPr>
        <p:spPr>
          <a:xfrm>
            <a:off x="209548" y="281226"/>
            <a:ext cx="5219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CENARIO PROPOSTA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249C7814-8C9C-E136-8529-396B4FC2D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1" y="1823443"/>
            <a:ext cx="5705475" cy="3971925"/>
          </a:xfrm>
          <a:prstGeom prst="rect">
            <a:avLst/>
          </a:prstGeom>
        </p:spPr>
      </p:pic>
      <p:pic>
        <p:nvPicPr>
          <p:cNvPr id="3" name="Imagem 2" descr="Forma&#10;&#10;O conteúdo gerado por IA pode estar incorreto.">
            <a:extLst>
              <a:ext uri="{FF2B5EF4-FFF2-40B4-BE49-F238E27FC236}">
                <a16:creationId xmlns:a16="http://schemas.microsoft.com/office/drawing/2014/main" id="{B73CF3D0-5AA1-863D-ABA1-A738D9D7C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47975" y="1823442"/>
            <a:ext cx="57054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05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44444E-6 L 0.63099 -0.003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49" y="-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de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1.25417 -4.07407E-6 " pathEditMode="relative" rAng="0" ptsTypes="AA">
                                      <p:cBhvr>
                                        <p:cTn id="8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708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32622-B0F6-CA05-6290-B4A924C9C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82A5CF46-7E46-FE1C-FF7C-E95656642C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A4C58FA-903B-A805-CEDE-19E6C1385128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49FC8C-0025-7874-E81C-011968A7A1C0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355271-271F-3D4F-22DF-CA77B472CADB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1CEC08E-2125-5D82-D815-C93FA16C1E32}"/>
              </a:ext>
            </a:extLst>
          </p:cNvPr>
          <p:cNvSpPr txBox="1"/>
          <p:nvPr/>
        </p:nvSpPr>
        <p:spPr>
          <a:xfrm>
            <a:off x="209548" y="281226"/>
            <a:ext cx="5219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CENARIO PROPOSTA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5" name="Imagem 4" descr="Forma&#10;&#10;O conteúdo gerado por IA pode estar incorreto.">
            <a:extLst>
              <a:ext uri="{FF2B5EF4-FFF2-40B4-BE49-F238E27FC236}">
                <a16:creationId xmlns:a16="http://schemas.microsoft.com/office/drawing/2014/main" id="{4194DD1C-235D-6C93-1938-CD29C7E4A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1" y="1823443"/>
            <a:ext cx="570547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49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9627E-C1A5-6375-3B45-3831F20AD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0420B756-5C89-F359-EE2C-273E783756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86EEF0-A9C5-2D7F-31D8-7CD0915D38A1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9F0E75-411C-6C60-4A54-0794910D5FA9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0E3994-9738-E8F7-847A-F622E657F21A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9CC8E6D-185E-78D2-5D65-C057131B4161}"/>
              </a:ext>
            </a:extLst>
          </p:cNvPr>
          <p:cNvSpPr txBox="1"/>
          <p:nvPr/>
        </p:nvSpPr>
        <p:spPr>
          <a:xfrm>
            <a:off x="209548" y="281226"/>
            <a:ext cx="5219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CENARIO PROPOSTA</a:t>
            </a:r>
            <a:endParaRPr lang="pt-BR" sz="4000" b="1" dirty="0">
              <a:solidFill>
                <a:schemeClr val="bg1"/>
              </a:solidFill>
            </a:endParaRP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2ED5463-8BC7-849C-857F-D0F1815BAD52}"/>
              </a:ext>
            </a:extLst>
          </p:cNvPr>
          <p:cNvCxnSpPr>
            <a:cxnSpLocks/>
          </p:cNvCxnSpPr>
          <p:nvPr/>
        </p:nvCxnSpPr>
        <p:spPr>
          <a:xfrm>
            <a:off x="5589768" y="4851036"/>
            <a:ext cx="1436914" cy="999422"/>
          </a:xfrm>
          <a:prstGeom prst="straightConnector1">
            <a:avLst/>
          </a:prstGeom>
          <a:ln w="76200">
            <a:solidFill>
              <a:srgbClr val="7DC8E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7D4CE1B-5EFF-B939-45A6-F40E136E6F9C}"/>
              </a:ext>
            </a:extLst>
          </p:cNvPr>
          <p:cNvCxnSpPr>
            <a:cxnSpLocks/>
          </p:cNvCxnSpPr>
          <p:nvPr/>
        </p:nvCxnSpPr>
        <p:spPr>
          <a:xfrm flipV="1">
            <a:off x="5589768" y="4112372"/>
            <a:ext cx="1687332" cy="711776"/>
          </a:xfrm>
          <a:prstGeom prst="straightConnector1">
            <a:avLst/>
          </a:prstGeom>
          <a:ln w="76200">
            <a:solidFill>
              <a:srgbClr val="FF37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D2C4020-98C2-C944-59F7-4A0137CEB52D}"/>
              </a:ext>
            </a:extLst>
          </p:cNvPr>
          <p:cNvCxnSpPr>
            <a:cxnSpLocks/>
          </p:cNvCxnSpPr>
          <p:nvPr/>
        </p:nvCxnSpPr>
        <p:spPr>
          <a:xfrm flipV="1">
            <a:off x="5589768" y="2570516"/>
            <a:ext cx="0" cy="2267076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F68C6EE-D246-36AE-00EC-D5844ADE9DEF}"/>
              </a:ext>
            </a:extLst>
          </p:cNvPr>
          <p:cNvSpPr txBox="1"/>
          <p:nvPr/>
        </p:nvSpPr>
        <p:spPr>
          <a:xfrm>
            <a:off x="4565511" y="1585631"/>
            <a:ext cx="24694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VETORES</a:t>
            </a:r>
            <a:endParaRPr lang="pt-BR" sz="4000" b="1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15235A1-EFB4-1E59-7ECC-BCB6875F1764}"/>
              </a:ext>
            </a:extLst>
          </p:cNvPr>
          <p:cNvSpPr txBox="1"/>
          <p:nvPr/>
        </p:nvSpPr>
        <p:spPr>
          <a:xfrm>
            <a:off x="6996113" y="3750725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379B"/>
                </a:solidFill>
              </a:rPr>
              <a:t>X</a:t>
            </a:r>
            <a:endParaRPr lang="pt-BR" b="1" dirty="0">
              <a:solidFill>
                <a:srgbClr val="FF379B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0930DC0-CEAB-D9E8-4A04-64254BE945C9}"/>
              </a:ext>
            </a:extLst>
          </p:cNvPr>
          <p:cNvSpPr txBox="1"/>
          <p:nvPr/>
        </p:nvSpPr>
        <p:spPr>
          <a:xfrm>
            <a:off x="6958784" y="5350747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DC8E3"/>
                </a:solidFill>
              </a:rPr>
              <a:t>Z</a:t>
            </a:r>
            <a:endParaRPr lang="pt-BR" b="1" dirty="0">
              <a:solidFill>
                <a:srgbClr val="7DC8E3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770FAE9-DD5A-AE3F-6A0D-032E73328818}"/>
              </a:ext>
            </a:extLst>
          </p:cNvPr>
          <p:cNvSpPr txBox="1"/>
          <p:nvPr/>
        </p:nvSpPr>
        <p:spPr>
          <a:xfrm>
            <a:off x="5659731" y="2427956"/>
            <a:ext cx="28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Y</a:t>
            </a:r>
            <a:endParaRPr lang="pt-BR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40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8502-9596-B0D2-C154-653D209A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783FC7C1-73B2-C08C-E87A-2728CC476D4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8A2044C-043F-71D5-FBF2-1A2E3DC2C30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B44B402-CAA2-FC20-6119-02F19AE17C01}"/>
              </a:ext>
            </a:extLst>
          </p:cNvPr>
          <p:cNvSpPr txBox="1"/>
          <p:nvPr/>
        </p:nvSpPr>
        <p:spPr>
          <a:xfrm>
            <a:off x="4815068" y="3217734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7F19676-6F07-46C1-7CA2-F45C9B885D69}"/>
              </a:ext>
            </a:extLst>
          </p:cNvPr>
          <p:cNvSpPr txBox="1"/>
          <p:nvPr/>
        </p:nvSpPr>
        <p:spPr>
          <a:xfrm>
            <a:off x="3944072" y="3494733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5EE1FB-FB19-4477-B473-E508D68865D5}"/>
              </a:ext>
            </a:extLst>
          </p:cNvPr>
          <p:cNvSpPr txBox="1"/>
          <p:nvPr/>
        </p:nvSpPr>
        <p:spPr>
          <a:xfrm>
            <a:off x="209548" y="-630942"/>
            <a:ext cx="5219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CENARIO PROPOSTA</a:t>
            </a:r>
            <a:endParaRPr lang="pt-BR" sz="4000" b="1" dirty="0">
              <a:solidFill>
                <a:schemeClr val="bg1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82407BB-F5A9-A678-EEC0-EC604B1325A3}"/>
              </a:ext>
            </a:extLst>
          </p:cNvPr>
          <p:cNvSpPr txBox="1"/>
          <p:nvPr/>
        </p:nvSpPr>
        <p:spPr>
          <a:xfrm>
            <a:off x="4381498" y="2202071"/>
            <a:ext cx="3429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VETORES</a:t>
            </a:r>
            <a:endParaRPr lang="pt-BR" sz="6000" b="1" dirty="0">
              <a:solidFill>
                <a:schemeClr val="bg1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437103A-948F-49B9-4712-2E17F2D182F6}"/>
              </a:ext>
            </a:extLst>
          </p:cNvPr>
          <p:cNvCxnSpPr/>
          <p:nvPr/>
        </p:nvCxnSpPr>
        <p:spPr>
          <a:xfrm>
            <a:off x="3784600" y="3124200"/>
            <a:ext cx="4572000" cy="0"/>
          </a:xfrm>
          <a:prstGeom prst="line">
            <a:avLst/>
          </a:prstGeom>
          <a:ln>
            <a:solidFill>
              <a:srgbClr val="FF3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01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E0A0-D709-4580-3CE3-F3EA7C849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2DC00262-EC68-DDA9-5E0D-136CEFFC2D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3A4729-5BFC-BFFF-D0CE-C27872EDBF5D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D86813-F128-CAEB-AC67-984AF8954E62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8FBE54B-59E0-6692-5120-C7CE43426CBF}"/>
              </a:ext>
            </a:extLst>
          </p:cNvPr>
          <p:cNvSpPr txBox="1"/>
          <p:nvPr/>
        </p:nvSpPr>
        <p:spPr>
          <a:xfrm>
            <a:off x="482597" y="182771"/>
            <a:ext cx="2336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VETORES</a:t>
            </a:r>
            <a:endParaRPr lang="pt-BR" sz="4000" b="1" dirty="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2610B98-9CC7-CE84-05CC-6926D4E4E160}"/>
              </a:ext>
            </a:extLst>
          </p:cNvPr>
          <p:cNvCxnSpPr>
            <a:cxnSpLocks/>
          </p:cNvCxnSpPr>
          <p:nvPr/>
        </p:nvCxnSpPr>
        <p:spPr>
          <a:xfrm flipH="1">
            <a:off x="5238755" y="1259700"/>
            <a:ext cx="907167" cy="4658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7486235-C440-12DD-E14E-766D356D322D}"/>
              </a:ext>
            </a:extLst>
          </p:cNvPr>
          <p:cNvSpPr txBox="1"/>
          <p:nvPr/>
        </p:nvSpPr>
        <p:spPr>
          <a:xfrm>
            <a:off x="482597" y="1259701"/>
            <a:ext cx="21572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GANDEZAS</a:t>
            </a:r>
          </a:p>
          <a:p>
            <a:r>
              <a:rPr lang="en-US" sz="2800" b="1" dirty="0">
                <a:solidFill>
                  <a:srgbClr val="7DC8E3"/>
                </a:solidFill>
              </a:rPr>
              <a:t>ESCALARES</a:t>
            </a:r>
            <a:endParaRPr lang="pt-BR" sz="2800" b="1" dirty="0">
              <a:solidFill>
                <a:srgbClr val="7DC8E3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E7E381C-192B-D0F1-AB6B-3E1E85FD0BFD}"/>
              </a:ext>
            </a:extLst>
          </p:cNvPr>
          <p:cNvSpPr txBox="1"/>
          <p:nvPr/>
        </p:nvSpPr>
        <p:spPr>
          <a:xfrm>
            <a:off x="6915146" y="1259700"/>
            <a:ext cx="21572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GANDEZAS </a:t>
            </a:r>
          </a:p>
          <a:p>
            <a:r>
              <a:rPr lang="en-US" sz="2800" b="1" dirty="0">
                <a:solidFill>
                  <a:srgbClr val="FF379B"/>
                </a:solidFill>
              </a:rPr>
              <a:t>VETORIAIS</a:t>
            </a:r>
            <a:endParaRPr lang="pt-BR" sz="2800" b="1" dirty="0">
              <a:solidFill>
                <a:srgbClr val="FF379B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6C3F000-B21F-526C-4100-1B54B821B46C}"/>
              </a:ext>
            </a:extLst>
          </p:cNvPr>
          <p:cNvSpPr txBox="1"/>
          <p:nvPr/>
        </p:nvSpPr>
        <p:spPr>
          <a:xfrm>
            <a:off x="1072528" y="2579722"/>
            <a:ext cx="1228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cm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5403C2A-55A6-9ABF-BABE-03B464B421EF}"/>
              </a:ext>
            </a:extLst>
          </p:cNvPr>
          <p:cNvSpPr txBox="1"/>
          <p:nvPr/>
        </p:nvSpPr>
        <p:spPr>
          <a:xfrm>
            <a:off x="1072528" y="2958211"/>
            <a:ext cx="107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m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83B4812-40E3-2622-D21D-A5E7B2E8960B}"/>
              </a:ext>
            </a:extLst>
          </p:cNvPr>
          <p:cNvSpPr txBox="1"/>
          <p:nvPr/>
        </p:nvSpPr>
        <p:spPr>
          <a:xfrm>
            <a:off x="3019295" y="2573822"/>
            <a:ext cx="1228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km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3F4EB1-0E8B-35D7-649E-C9EDB07C1EB8}"/>
              </a:ext>
            </a:extLst>
          </p:cNvPr>
          <p:cNvSpPr txBox="1"/>
          <p:nvPr/>
        </p:nvSpPr>
        <p:spPr>
          <a:xfrm>
            <a:off x="1036635" y="4723334"/>
            <a:ext cx="1228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kg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D5481D7-2A37-C51F-3623-C84952A088EA}"/>
              </a:ext>
            </a:extLst>
          </p:cNvPr>
          <p:cNvSpPr txBox="1"/>
          <p:nvPr/>
        </p:nvSpPr>
        <p:spPr>
          <a:xfrm>
            <a:off x="1091049" y="5092666"/>
            <a:ext cx="1228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gm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53F992C-A168-142B-E5F0-D7BB2A82ACF5}"/>
              </a:ext>
            </a:extLst>
          </p:cNvPr>
          <p:cNvSpPr txBox="1"/>
          <p:nvPr/>
        </p:nvSpPr>
        <p:spPr>
          <a:xfrm>
            <a:off x="869854" y="2175737"/>
            <a:ext cx="3499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APENAS A UNIDADE DE MIDIDA: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DE5689E-320A-C94B-6537-C44057FBAAD8}"/>
              </a:ext>
            </a:extLst>
          </p:cNvPr>
          <p:cNvSpPr txBox="1"/>
          <p:nvPr/>
        </p:nvSpPr>
        <p:spPr>
          <a:xfrm>
            <a:off x="7229239" y="2218906"/>
            <a:ext cx="2328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- ITENSIDADE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F837BAA-8D34-6F6B-A498-357B243D45D7}"/>
              </a:ext>
            </a:extLst>
          </p:cNvPr>
          <p:cNvSpPr txBox="1"/>
          <p:nvPr/>
        </p:nvSpPr>
        <p:spPr>
          <a:xfrm>
            <a:off x="7376931" y="2573822"/>
            <a:ext cx="391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EX.: 10; 23; 0,3; 3,14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E8DEEF1-30EC-DDF3-A85E-B50F80ECFCFE}"/>
              </a:ext>
            </a:extLst>
          </p:cNvPr>
          <p:cNvSpPr txBox="1"/>
          <p:nvPr/>
        </p:nvSpPr>
        <p:spPr>
          <a:xfrm>
            <a:off x="7229239" y="3451958"/>
            <a:ext cx="1877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- DIRECAO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5024C1-4407-439C-DE4F-2C93CF17D89B}"/>
              </a:ext>
            </a:extLst>
          </p:cNvPr>
          <p:cNvSpPr txBox="1"/>
          <p:nvPr/>
        </p:nvSpPr>
        <p:spPr>
          <a:xfrm>
            <a:off x="7229238" y="4685010"/>
            <a:ext cx="1789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- SENTIDO</a:t>
            </a:r>
            <a:endParaRPr lang="pt-BR" sz="2400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CE52A4D-36DC-A2F7-8B69-4C30C0EAC28A}"/>
              </a:ext>
            </a:extLst>
          </p:cNvPr>
          <p:cNvCxnSpPr/>
          <p:nvPr/>
        </p:nvCxnSpPr>
        <p:spPr>
          <a:xfrm flipV="1">
            <a:off x="8312201" y="3863650"/>
            <a:ext cx="376946" cy="37694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85453E-7570-ED9B-9C8D-FA4426D28BED}"/>
              </a:ext>
            </a:extLst>
          </p:cNvPr>
          <p:cNvSpPr txBox="1"/>
          <p:nvPr/>
        </p:nvSpPr>
        <p:spPr>
          <a:xfrm>
            <a:off x="7408104" y="3784400"/>
            <a:ext cx="870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EX.:</a:t>
            </a:r>
            <a:endParaRPr lang="pt-BR" sz="2800" dirty="0">
              <a:solidFill>
                <a:schemeClr val="bg1"/>
              </a:solidFill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AB50807-4893-055D-ABE7-FF089B6E4FAC}"/>
              </a:ext>
            </a:extLst>
          </p:cNvPr>
          <p:cNvCxnSpPr>
            <a:cxnSpLocks/>
          </p:cNvCxnSpPr>
          <p:nvPr/>
        </p:nvCxnSpPr>
        <p:spPr>
          <a:xfrm flipH="1" flipV="1">
            <a:off x="8883045" y="3841094"/>
            <a:ext cx="135697" cy="4119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505FBC3-E5B2-B485-3445-04EDB58E0D69}"/>
              </a:ext>
            </a:extLst>
          </p:cNvPr>
          <p:cNvCxnSpPr>
            <a:cxnSpLocks/>
          </p:cNvCxnSpPr>
          <p:nvPr/>
        </p:nvCxnSpPr>
        <p:spPr>
          <a:xfrm flipH="1" flipV="1">
            <a:off x="9156177" y="3913623"/>
            <a:ext cx="392518" cy="3233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7303202-0087-5318-B000-02CF605292FB}"/>
              </a:ext>
            </a:extLst>
          </p:cNvPr>
          <p:cNvCxnSpPr>
            <a:cxnSpLocks/>
          </p:cNvCxnSpPr>
          <p:nvPr/>
        </p:nvCxnSpPr>
        <p:spPr>
          <a:xfrm flipH="1" flipV="1">
            <a:off x="9686130" y="4008657"/>
            <a:ext cx="566080" cy="3735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E540D33D-7636-56D3-9F64-E5BDD8F2AF99}"/>
              </a:ext>
            </a:extLst>
          </p:cNvPr>
          <p:cNvCxnSpPr>
            <a:cxnSpLocks/>
          </p:cNvCxnSpPr>
          <p:nvPr/>
        </p:nvCxnSpPr>
        <p:spPr>
          <a:xfrm flipH="1" flipV="1">
            <a:off x="10493600" y="3891267"/>
            <a:ext cx="16660" cy="3743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A7300D9-8570-6F39-360E-786BDF6C5BCB}"/>
              </a:ext>
            </a:extLst>
          </p:cNvPr>
          <p:cNvSpPr txBox="1"/>
          <p:nvPr/>
        </p:nvSpPr>
        <p:spPr>
          <a:xfrm>
            <a:off x="7434484" y="5056426"/>
            <a:ext cx="870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EX.:</a:t>
            </a:r>
            <a:endParaRPr lang="pt-BR" sz="2800" dirty="0">
              <a:solidFill>
                <a:schemeClr val="bg1"/>
              </a:solidFill>
            </a:endParaRPr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900FFE95-FC4E-C395-A673-CE3B078505E7}"/>
              </a:ext>
            </a:extLst>
          </p:cNvPr>
          <p:cNvCxnSpPr/>
          <p:nvPr/>
        </p:nvCxnSpPr>
        <p:spPr>
          <a:xfrm flipV="1">
            <a:off x="8312201" y="5146675"/>
            <a:ext cx="376946" cy="32702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7A67639D-91A0-29FD-D20E-C0D087159593}"/>
              </a:ext>
            </a:extLst>
          </p:cNvPr>
          <p:cNvCxnSpPr>
            <a:cxnSpLocks/>
          </p:cNvCxnSpPr>
          <p:nvPr/>
        </p:nvCxnSpPr>
        <p:spPr>
          <a:xfrm flipH="1" flipV="1">
            <a:off x="8839200" y="5136996"/>
            <a:ext cx="111693" cy="3600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A4077EAA-EF4E-B010-4143-E044359B2067}"/>
              </a:ext>
            </a:extLst>
          </p:cNvPr>
          <p:cNvCxnSpPr>
            <a:cxnSpLocks/>
          </p:cNvCxnSpPr>
          <p:nvPr/>
        </p:nvCxnSpPr>
        <p:spPr>
          <a:xfrm flipH="1">
            <a:off x="9120068" y="5146675"/>
            <a:ext cx="255304" cy="3367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id="{61AB7052-A2FF-A6E0-5A53-A0F7EBC3B0F0}"/>
              </a:ext>
            </a:extLst>
          </p:cNvPr>
          <p:cNvCxnSpPr>
            <a:cxnSpLocks/>
          </p:cNvCxnSpPr>
          <p:nvPr/>
        </p:nvCxnSpPr>
        <p:spPr>
          <a:xfrm>
            <a:off x="9548695" y="5141835"/>
            <a:ext cx="0" cy="3367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id="{40EC5530-6AF9-E132-7273-E6C7AB47BA55}"/>
              </a:ext>
            </a:extLst>
          </p:cNvPr>
          <p:cNvCxnSpPr>
            <a:cxnSpLocks/>
          </p:cNvCxnSpPr>
          <p:nvPr/>
        </p:nvCxnSpPr>
        <p:spPr>
          <a:xfrm flipH="1">
            <a:off x="9702814" y="5268079"/>
            <a:ext cx="350720" cy="8421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9E35FC2-2C35-B1E0-8CDD-2BF735302B3C}"/>
              </a:ext>
            </a:extLst>
          </p:cNvPr>
          <p:cNvSpPr txBox="1"/>
          <p:nvPr/>
        </p:nvSpPr>
        <p:spPr>
          <a:xfrm>
            <a:off x="1060565" y="4094069"/>
            <a:ext cx="2472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</a:t>
            </a:r>
            <a:r>
              <a:rPr lang="en-US" sz="2800" dirty="0" err="1">
                <a:solidFill>
                  <a:schemeClr val="bg1"/>
                </a:solidFill>
              </a:rPr>
              <a:t>lm</a:t>
            </a:r>
            <a:r>
              <a:rPr lang="en-US" sz="2800" dirty="0">
                <a:solidFill>
                  <a:schemeClr val="bg1"/>
                </a:solidFill>
              </a:rPr>
              <a:t> (lumen)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87C40315-4F96-5D31-CA37-D3511C27F24E}"/>
              </a:ext>
            </a:extLst>
          </p:cNvPr>
          <p:cNvSpPr txBox="1"/>
          <p:nvPr/>
        </p:nvSpPr>
        <p:spPr>
          <a:xfrm>
            <a:off x="1047867" y="3522790"/>
            <a:ext cx="1386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 mol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332EF76-9E58-DCF9-0506-2A5A30A3360B}"/>
              </a:ext>
            </a:extLst>
          </p:cNvPr>
          <p:cNvSpPr txBox="1"/>
          <p:nvPr/>
        </p:nvSpPr>
        <p:spPr>
          <a:xfrm>
            <a:off x="2796697" y="3128274"/>
            <a:ext cx="1386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10V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9AC2C3E4-C8EB-C6CA-F9BC-72497F6C6FC7}"/>
              </a:ext>
            </a:extLst>
          </p:cNvPr>
          <p:cNvSpPr txBox="1"/>
          <p:nvPr/>
        </p:nvSpPr>
        <p:spPr>
          <a:xfrm>
            <a:off x="-3349077" y="2152442"/>
            <a:ext cx="3338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PROJETO</a:t>
            </a:r>
            <a:endParaRPr lang="pt-BR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392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3D6C6-183F-FD46-2691-504B2CE9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58CA60F-CCF2-110D-C6D6-8857A3536A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10DF9DB-676E-79E8-C9F5-7CC433BAD23C}"/>
              </a:ext>
            </a:extLst>
          </p:cNvPr>
          <p:cNvSpPr txBox="1"/>
          <p:nvPr/>
        </p:nvSpPr>
        <p:spPr>
          <a:xfrm>
            <a:off x="4815068" y="3206577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910C35-09B7-390A-B1D3-CD08D31610E3}"/>
              </a:ext>
            </a:extLst>
          </p:cNvPr>
          <p:cNvSpPr txBox="1"/>
          <p:nvPr/>
        </p:nvSpPr>
        <p:spPr>
          <a:xfrm>
            <a:off x="3944072" y="3483576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1EDDA87-DDC0-0ADE-3E52-C579BAB3FAC8}"/>
              </a:ext>
            </a:extLst>
          </p:cNvPr>
          <p:cNvSpPr txBox="1"/>
          <p:nvPr/>
        </p:nvSpPr>
        <p:spPr>
          <a:xfrm>
            <a:off x="482597" y="-630942"/>
            <a:ext cx="2336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VETORES</a:t>
            </a:r>
            <a:endParaRPr lang="pt-BR" sz="4000" b="1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2BD3EB-4695-A50C-90E4-48D3D7B5716E}"/>
              </a:ext>
            </a:extLst>
          </p:cNvPr>
          <p:cNvSpPr txBox="1"/>
          <p:nvPr/>
        </p:nvSpPr>
        <p:spPr>
          <a:xfrm>
            <a:off x="4426855" y="2152442"/>
            <a:ext cx="3338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PROJETO</a:t>
            </a:r>
            <a:endParaRPr lang="pt-BR" sz="6000" b="1" dirty="0">
              <a:solidFill>
                <a:schemeClr val="bg1"/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98FB10C-C934-E35E-44A2-6A6C60CC11F0}"/>
              </a:ext>
            </a:extLst>
          </p:cNvPr>
          <p:cNvCxnSpPr/>
          <p:nvPr/>
        </p:nvCxnSpPr>
        <p:spPr>
          <a:xfrm>
            <a:off x="4209143" y="3110049"/>
            <a:ext cx="3744686" cy="0"/>
          </a:xfrm>
          <a:prstGeom prst="line">
            <a:avLst/>
          </a:prstGeom>
          <a:ln>
            <a:solidFill>
              <a:srgbClr val="FF3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780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B1B0-75AE-E8E6-6605-94E463D97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B6E5A549-5FF6-9A2A-2293-0A6A9C480A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12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E395F1CB-0438-DB7F-2421-5F13441BA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6" r="4316" b="324"/>
          <a:stretch>
            <a:fillRect/>
          </a:stretch>
        </p:blipFill>
        <p:spPr>
          <a:xfrm>
            <a:off x="2677885" y="1514341"/>
            <a:ext cx="6836229" cy="417754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EF842E05-9E55-2490-3CCA-1471CE915188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5404A0-02FD-D630-240E-B1DFA121E0C6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670C80-3D3C-E231-B49E-51BDE80907B5}"/>
              </a:ext>
            </a:extLst>
          </p:cNvPr>
          <p:cNvSpPr txBox="1"/>
          <p:nvPr/>
        </p:nvSpPr>
        <p:spPr>
          <a:xfrm>
            <a:off x="4426855" y="497337"/>
            <a:ext cx="3338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PROJETO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659CF8F-D8EC-0E10-1124-020CD1CEDCC7}"/>
              </a:ext>
            </a:extLst>
          </p:cNvPr>
          <p:cNvSpPr txBox="1"/>
          <p:nvPr/>
        </p:nvSpPr>
        <p:spPr>
          <a:xfrm>
            <a:off x="428171" y="5860031"/>
            <a:ext cx="489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VERCEL: </a:t>
            </a:r>
            <a:r>
              <a:rPr lang="en-US" dirty="0">
                <a:solidFill>
                  <a:schemeClr val="bg1"/>
                </a:solidFill>
                <a:hlinkClick r:id="rId4"/>
              </a:rPr>
              <a:t>https://matematica-kappa.vercel.app/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88141E-A81D-18D7-EC7D-860E10857E9E}"/>
              </a:ext>
            </a:extLst>
          </p:cNvPr>
          <p:cNvSpPr txBox="1"/>
          <p:nvPr/>
        </p:nvSpPr>
        <p:spPr>
          <a:xfrm>
            <a:off x="428171" y="6183197"/>
            <a:ext cx="885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GIT HUB: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https://github.com/FerreiroINTZ/geometria-analitica-trabalho-/tree/master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9300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0E8A-0D29-7CBB-EA39-02FC35863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BB68D0C3-4E64-CD5A-B2CE-D0A0D767DF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3738ADE-0F60-D15E-88C2-2CB0856FB2CB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2066DD-F691-2BBC-664F-68256227CA4D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5247A46-F67D-FA4B-4440-095C09CB6746}"/>
              </a:ext>
            </a:extLst>
          </p:cNvPr>
          <p:cNvSpPr/>
          <p:nvPr/>
        </p:nvSpPr>
        <p:spPr>
          <a:xfrm>
            <a:off x="2677884" y="1513000"/>
            <a:ext cx="6836229" cy="417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BA00B3-79F8-F59A-8439-0DB3CA075CAB}"/>
              </a:ext>
            </a:extLst>
          </p:cNvPr>
          <p:cNvSpPr txBox="1"/>
          <p:nvPr/>
        </p:nvSpPr>
        <p:spPr>
          <a:xfrm>
            <a:off x="4426855" y="497337"/>
            <a:ext cx="3338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PROJETO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B6844E-A0FA-5460-B93F-D9D77FC1E2E2}"/>
              </a:ext>
            </a:extLst>
          </p:cNvPr>
          <p:cNvSpPr txBox="1"/>
          <p:nvPr/>
        </p:nvSpPr>
        <p:spPr>
          <a:xfrm>
            <a:off x="428171" y="5860031"/>
            <a:ext cx="4898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VERCEL: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https://matematica-kappa.vercel.app/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274308-B378-77F8-179A-9DABA38968A8}"/>
              </a:ext>
            </a:extLst>
          </p:cNvPr>
          <p:cNvSpPr txBox="1"/>
          <p:nvPr/>
        </p:nvSpPr>
        <p:spPr>
          <a:xfrm>
            <a:off x="428171" y="6183197"/>
            <a:ext cx="885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GIT HUB: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https://github.com/FerreiroINTZ/geometria-analitica-trabalho-/tree/master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6543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5E56-AD3A-CC71-D723-AA114367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23399331-0218-8550-7DEC-F792FC60C85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3C590D-01B4-66EA-2B48-5D152B5C5E9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EE3EFC-A9F9-58BA-72C9-58031C32783E}"/>
              </a:ext>
            </a:extLst>
          </p:cNvPr>
          <p:cNvSpPr txBox="1"/>
          <p:nvPr/>
        </p:nvSpPr>
        <p:spPr>
          <a:xfrm>
            <a:off x="4815068" y="5406571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48BB1E-AB3C-C555-DD65-20D0BDBDE76A}"/>
              </a:ext>
            </a:extLst>
          </p:cNvPr>
          <p:cNvSpPr txBox="1"/>
          <p:nvPr/>
        </p:nvSpPr>
        <p:spPr>
          <a:xfrm>
            <a:off x="3944072" y="5683570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3A321A-D324-8D9D-708F-808F8551798C}"/>
              </a:ext>
            </a:extLst>
          </p:cNvPr>
          <p:cNvSpPr txBox="1"/>
          <p:nvPr/>
        </p:nvSpPr>
        <p:spPr>
          <a:xfrm>
            <a:off x="4426855" y="-784831"/>
            <a:ext cx="3338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PROJETO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493D4C8-1382-ED71-1979-15819D99BD6B}"/>
              </a:ext>
            </a:extLst>
          </p:cNvPr>
          <p:cNvSpPr txBox="1"/>
          <p:nvPr/>
        </p:nvSpPr>
        <p:spPr>
          <a:xfrm>
            <a:off x="3944072" y="2092036"/>
            <a:ext cx="43038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</a:rPr>
              <a:t>THE END</a:t>
            </a:r>
            <a:endParaRPr lang="pt-BR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527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>
        <p159:morph option="byObject"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7F8E9E7-F6C0-7507-2C27-9AA582CD8D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467692F-66A8-33DF-3B17-DA28B765A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821"/>
            <a:ext cx="12192000" cy="918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045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4B8B-1A4A-65CB-563C-DF82674E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998BB9-F472-0981-20FF-BC1110583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Mão segurando embalagem de papel&#10;&#10;O conteúdo gerado por IA pode estar incorreto.">
            <a:extLst>
              <a:ext uri="{FF2B5EF4-FFF2-40B4-BE49-F238E27FC236}">
                <a16:creationId xmlns:a16="http://schemas.microsoft.com/office/drawing/2014/main" id="{C304602E-20A7-783C-A1EE-42AD6FA45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9"/>
          <a:stretch>
            <a:fillRect/>
          </a:stretch>
        </p:blipFill>
        <p:spPr>
          <a:xfrm flipH="1">
            <a:off x="1825334" y="0"/>
            <a:ext cx="5223650" cy="6858000"/>
          </a:xfrm>
          <a:custGeom>
            <a:avLst/>
            <a:gdLst>
              <a:gd name="connsiteX0" fmla="*/ 3580074 w 5223650"/>
              <a:gd name="connsiteY0" fmla="*/ 0 h 6858000"/>
              <a:gd name="connsiteX1" fmla="*/ 21202 w 5223650"/>
              <a:gd name="connsiteY1" fmla="*/ 0 h 6858000"/>
              <a:gd name="connsiteX2" fmla="*/ 0 w 5223650"/>
              <a:gd name="connsiteY2" fmla="*/ 4716 h 6858000"/>
              <a:gd name="connsiteX3" fmla="*/ 0 w 5223650"/>
              <a:gd name="connsiteY3" fmla="*/ 4720 h 6858000"/>
              <a:gd name="connsiteX4" fmla="*/ 1642445 w 5223650"/>
              <a:gd name="connsiteY4" fmla="*/ 6858000 h 6858000"/>
              <a:gd name="connsiteX5" fmla="*/ 522365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3580074" y="0"/>
                </a:moveTo>
                <a:lnTo>
                  <a:pt x="21202" y="0"/>
                </a:lnTo>
                <a:lnTo>
                  <a:pt x="0" y="4716"/>
                </a:lnTo>
                <a:lnTo>
                  <a:pt x="0" y="4720"/>
                </a:lnTo>
                <a:lnTo>
                  <a:pt x="1642445" y="6858000"/>
                </a:lnTo>
                <a:lnTo>
                  <a:pt x="5223650" y="6858000"/>
                </a:lnTo>
                <a:close/>
              </a:path>
            </a:pathLst>
          </a:custGeom>
        </p:spPr>
      </p:pic>
      <p:pic>
        <p:nvPicPr>
          <p:cNvPr id="3" name="Imagem 2" descr="Uma imagem contendo transporte, neve, superfície, coberto&#10;&#10;O conteúdo gerado por IA pode estar incorreto.">
            <a:extLst>
              <a:ext uri="{FF2B5EF4-FFF2-40B4-BE49-F238E27FC236}">
                <a16:creationId xmlns:a16="http://schemas.microsoft.com/office/drawing/2014/main" id="{407E6EBC-23AB-A2F2-A7EC-D476E62C7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6" r="16591"/>
          <a:stretch>
            <a:fillRect/>
          </a:stretch>
        </p:blipFill>
        <p:spPr>
          <a:xfrm>
            <a:off x="-1717836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F6002970-31BB-30E2-5A2C-28CB1D82408D}"/>
              </a:ext>
            </a:extLst>
          </p:cNvPr>
          <p:cNvSpPr/>
          <p:nvPr/>
        </p:nvSpPr>
        <p:spPr>
          <a:xfrm>
            <a:off x="1889760" y="0"/>
            <a:ext cx="5077564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8000">
                <a:schemeClr val="accent3">
                  <a:lumMod val="40000"/>
                  <a:lumOff val="60000"/>
                  <a:alpha val="2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F9D599-8B8E-46D0-A0EF-53D281128174}"/>
              </a:ext>
            </a:extLst>
          </p:cNvPr>
          <p:cNvSpPr/>
          <p:nvPr/>
        </p:nvSpPr>
        <p:spPr>
          <a:xfrm>
            <a:off x="-1717836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48000">
                <a:schemeClr val="tx2">
                  <a:lumMod val="75000"/>
                  <a:lumOff val="25000"/>
                  <a:alpha val="20000"/>
                </a:schemeClr>
              </a:gs>
              <a:gs pos="100000">
                <a:schemeClr val="tx2">
                  <a:lumMod val="50000"/>
                  <a:lumOff val="5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620E09-ABAB-D430-9EE4-563AD7C9ABF9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12908A-24ED-9EED-D4A0-8F9C77D32BDC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006A12D-B568-CC6C-10FB-BD2EB27A3D6C}"/>
              </a:ext>
            </a:extLst>
          </p:cNvPr>
          <p:cNvSpPr txBox="1"/>
          <p:nvPr/>
        </p:nvSpPr>
        <p:spPr>
          <a:xfrm>
            <a:off x="177437" y="144792"/>
            <a:ext cx="4464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ONDE SE APLICA?</a:t>
            </a:r>
            <a:endParaRPr lang="pt-BR" sz="4000" b="1" dirty="0">
              <a:solidFill>
                <a:schemeClr val="bg1"/>
              </a:solidFill>
            </a:endParaRPr>
          </a:p>
        </p:txBody>
      </p:sp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79C1C0B7-1782-BEBA-D391-8E3CF699D3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9920" r="361" b="10932"/>
          <a:stretch>
            <a:fillRect/>
          </a:stretch>
        </p:blipFill>
        <p:spPr>
          <a:xfrm rot="16956035">
            <a:off x="4029087" y="1629972"/>
            <a:ext cx="7827775" cy="3602772"/>
          </a:xfrm>
          <a:custGeom>
            <a:avLst/>
            <a:gdLst>
              <a:gd name="connsiteX0" fmla="*/ 7051373 w 7827775"/>
              <a:gd name="connsiteY0" fmla="*/ 107896 h 3602772"/>
              <a:gd name="connsiteX1" fmla="*/ 7827752 w 7827775"/>
              <a:gd name="connsiteY1" fmla="*/ 3581051 h 3602772"/>
              <a:gd name="connsiteX2" fmla="*/ 7827775 w 7827775"/>
              <a:gd name="connsiteY2" fmla="*/ 3602771 h 3602772"/>
              <a:gd name="connsiteX3" fmla="*/ 7827771 w 7827775"/>
              <a:gd name="connsiteY3" fmla="*/ 3602772 h 3602772"/>
              <a:gd name="connsiteX4" fmla="*/ 781251 w 7827775"/>
              <a:gd name="connsiteY4" fmla="*/ 3494950 h 3602772"/>
              <a:gd name="connsiteX5" fmla="*/ 0 w 7827775"/>
              <a:gd name="connsiteY5" fmla="*/ 0 h 360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27775" h="3602772">
                <a:moveTo>
                  <a:pt x="7051373" y="107896"/>
                </a:moveTo>
                <a:lnTo>
                  <a:pt x="7827752" y="3581051"/>
                </a:lnTo>
                <a:lnTo>
                  <a:pt x="7827775" y="3602771"/>
                </a:lnTo>
                <a:lnTo>
                  <a:pt x="7827771" y="3602772"/>
                </a:lnTo>
                <a:lnTo>
                  <a:pt x="781251" y="349495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Imagem 7" descr="Circuito eletrônico em fundo preto&#10;&#10;O conteúdo gerado por IA pode estar incorreto.">
            <a:extLst>
              <a:ext uri="{FF2B5EF4-FFF2-40B4-BE49-F238E27FC236}">
                <a16:creationId xmlns:a16="http://schemas.microsoft.com/office/drawing/2014/main" id="{F98EFF78-8852-C8AD-595E-0F19CDCAC6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 t="714" r="10213" b="657"/>
          <a:stretch>
            <a:fillRect/>
          </a:stretch>
        </p:blipFill>
        <p:spPr>
          <a:xfrm rot="780000">
            <a:off x="9775393" y="-494992"/>
            <a:ext cx="3548116" cy="7852700"/>
          </a:xfrm>
          <a:custGeom>
            <a:avLst/>
            <a:gdLst>
              <a:gd name="connsiteX0" fmla="*/ 58737 w 3548116"/>
              <a:gd name="connsiteY0" fmla="*/ 800746 h 7852700"/>
              <a:gd name="connsiteX1" fmla="*/ 3526395 w 3548116"/>
              <a:gd name="connsiteY1" fmla="*/ 174 h 7852700"/>
              <a:gd name="connsiteX2" fmla="*/ 3548115 w 3548116"/>
              <a:gd name="connsiteY2" fmla="*/ 0 h 7852700"/>
              <a:gd name="connsiteX3" fmla="*/ 3548116 w 3548116"/>
              <a:gd name="connsiteY3" fmla="*/ 3 h 7852700"/>
              <a:gd name="connsiteX4" fmla="*/ 3489419 w 3548116"/>
              <a:gd name="connsiteY4" fmla="*/ 7047104 h 7852700"/>
              <a:gd name="connsiteX5" fmla="*/ 0 w 3548116"/>
              <a:gd name="connsiteY5" fmla="*/ 7852700 h 785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116" h="7852700">
                <a:moveTo>
                  <a:pt x="58737" y="800746"/>
                </a:moveTo>
                <a:lnTo>
                  <a:pt x="3526395" y="174"/>
                </a:lnTo>
                <a:lnTo>
                  <a:pt x="3548115" y="0"/>
                </a:lnTo>
                <a:lnTo>
                  <a:pt x="3548116" y="3"/>
                </a:lnTo>
                <a:lnTo>
                  <a:pt x="3489419" y="7047104"/>
                </a:lnTo>
                <a:lnTo>
                  <a:pt x="0" y="785270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68E08EE8-9289-441E-042B-0B89B8937A1A}"/>
              </a:ext>
            </a:extLst>
          </p:cNvPr>
          <p:cNvSpPr/>
          <p:nvPr/>
        </p:nvSpPr>
        <p:spPr>
          <a:xfrm>
            <a:off x="533114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48000">
                <a:schemeClr val="tx2">
                  <a:lumMod val="10000"/>
                  <a:lumOff val="90000"/>
                  <a:alpha val="19000"/>
                </a:schemeClr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563C5AF-538D-A1A0-F567-EE21E264EE47}"/>
              </a:ext>
            </a:extLst>
          </p:cNvPr>
          <p:cNvSpPr/>
          <p:nvPr/>
        </p:nvSpPr>
        <p:spPr>
          <a:xfrm>
            <a:off x="8896720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48000">
                <a:schemeClr val="tx2">
                  <a:lumMod val="75000"/>
                  <a:lumOff val="25000"/>
                  <a:alpha val="20000"/>
                </a:schemeClr>
              </a:gs>
              <a:gs pos="100000">
                <a:schemeClr val="tx2">
                  <a:lumMod val="50000"/>
                  <a:lumOff val="50000"/>
                  <a:alpha val="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8883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12" grpId="0" animBg="1"/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5445-962C-70B1-889A-D4B1BF0A0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1AC9637-A07C-5B65-8DA3-17C2C32F1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2" t="1915" r="24573" b="23409"/>
          <a:stretch>
            <a:fillRect/>
          </a:stretch>
        </p:blipFill>
        <p:spPr>
          <a:xfrm>
            <a:off x="3972378" y="0"/>
            <a:ext cx="5223650" cy="6858000"/>
          </a:xfrm>
          <a:custGeom>
            <a:avLst/>
            <a:gdLst>
              <a:gd name="connsiteX0" fmla="*/ 1643577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7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6145DD7C-59BF-7E8B-94FA-C5DC6FA85559}"/>
              </a:ext>
            </a:extLst>
          </p:cNvPr>
          <p:cNvSpPr/>
          <p:nvPr/>
        </p:nvSpPr>
        <p:spPr>
          <a:xfrm>
            <a:off x="397237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EBAB0B"/>
              </a:gs>
              <a:gs pos="48000">
                <a:srgbClr val="EBAB0B">
                  <a:alpha val="20000"/>
                </a:srgbClr>
              </a:gs>
              <a:gs pos="100000">
                <a:srgbClr val="EBAB0B">
                  <a:alpha val="0"/>
                </a:srgb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478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35FE-3FE1-ADFD-1A9E-755AF82D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3F4738B-3650-E327-0537-0A6A4BF7E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82" t="1915" r="24573" b="23409"/>
          <a:stretch>
            <a:fillRect/>
          </a:stretch>
        </p:blipFill>
        <p:spPr>
          <a:xfrm>
            <a:off x="3972378" y="0"/>
            <a:ext cx="5223650" cy="6858000"/>
          </a:xfrm>
          <a:custGeom>
            <a:avLst/>
            <a:gdLst>
              <a:gd name="connsiteX0" fmla="*/ 1643577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7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8233B3D-9796-FC43-2AE1-5A978C8A625F}"/>
              </a:ext>
            </a:extLst>
          </p:cNvPr>
          <p:cNvSpPr/>
          <p:nvPr/>
        </p:nvSpPr>
        <p:spPr>
          <a:xfrm>
            <a:off x="446767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D17E4B"/>
              </a:gs>
              <a:gs pos="48000">
                <a:srgbClr val="D17E4B">
                  <a:alpha val="18000"/>
                </a:srgbClr>
              </a:gs>
              <a:gs pos="100000">
                <a:srgbClr val="EBAB0B">
                  <a:alpha val="0"/>
                </a:srgbClr>
              </a:gs>
            </a:gsLst>
            <a:lin ang="16200000" scaled="1"/>
          </a:gradFill>
          <a:ln>
            <a:solidFill>
              <a:srgbClr val="E694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505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66C5-A237-0143-BB0B-52047EA53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5FD395D3-837B-F133-5FA0-993349A654F2}"/>
              </a:ext>
            </a:extLst>
          </p:cNvPr>
          <p:cNvSpPr/>
          <p:nvPr/>
        </p:nvSpPr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7946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0025A-D777-CC39-6765-85A62D4AD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transporte, neve, superfície, coberto&#10;&#10;O conteúdo gerado por IA pode estar incorreto.">
            <a:extLst>
              <a:ext uri="{FF2B5EF4-FFF2-40B4-BE49-F238E27FC236}">
                <a16:creationId xmlns:a16="http://schemas.microsoft.com/office/drawing/2014/main" id="{273E5A79-F8F6-D3FF-7CA7-9E283BE82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6" r="16591"/>
          <a:stretch>
            <a:fillRect/>
          </a:stretch>
        </p:blipFill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FA5965D8-2701-95D3-A0C9-85D8416FACA3}"/>
              </a:ext>
            </a:extLst>
          </p:cNvPr>
          <p:cNvSpPr/>
          <p:nvPr/>
        </p:nvSpPr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48000">
                <a:schemeClr val="tx2">
                  <a:lumMod val="75000"/>
                  <a:lumOff val="25000"/>
                  <a:alpha val="20000"/>
                </a:schemeClr>
              </a:gs>
              <a:gs pos="100000">
                <a:schemeClr val="tx2">
                  <a:lumMod val="50000"/>
                  <a:lumOff val="5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5780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0A421-F8F3-E8BB-FC2A-05EECD39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Mão segurando embalagem de papel&#10;&#10;O conteúdo gerado por IA pode estar incorreto.">
            <a:extLst>
              <a:ext uri="{FF2B5EF4-FFF2-40B4-BE49-F238E27FC236}">
                <a16:creationId xmlns:a16="http://schemas.microsoft.com/office/drawing/2014/main" id="{456DDB70-40BC-F3AE-A48E-AD215D58E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99"/>
          <a:stretch>
            <a:fillRect/>
          </a:stretch>
        </p:blipFill>
        <p:spPr>
          <a:xfrm flipH="1">
            <a:off x="638628" y="0"/>
            <a:ext cx="5223650" cy="6858000"/>
          </a:xfrm>
          <a:custGeom>
            <a:avLst/>
            <a:gdLst>
              <a:gd name="connsiteX0" fmla="*/ 3580074 w 5223650"/>
              <a:gd name="connsiteY0" fmla="*/ 0 h 6858000"/>
              <a:gd name="connsiteX1" fmla="*/ 21202 w 5223650"/>
              <a:gd name="connsiteY1" fmla="*/ 0 h 6858000"/>
              <a:gd name="connsiteX2" fmla="*/ 0 w 5223650"/>
              <a:gd name="connsiteY2" fmla="*/ 4716 h 6858000"/>
              <a:gd name="connsiteX3" fmla="*/ 0 w 5223650"/>
              <a:gd name="connsiteY3" fmla="*/ 4720 h 6858000"/>
              <a:gd name="connsiteX4" fmla="*/ 1642445 w 5223650"/>
              <a:gd name="connsiteY4" fmla="*/ 6858000 h 6858000"/>
              <a:gd name="connsiteX5" fmla="*/ 522365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3580074" y="0"/>
                </a:moveTo>
                <a:lnTo>
                  <a:pt x="21202" y="0"/>
                </a:lnTo>
                <a:lnTo>
                  <a:pt x="0" y="4716"/>
                </a:lnTo>
                <a:lnTo>
                  <a:pt x="0" y="4720"/>
                </a:lnTo>
                <a:lnTo>
                  <a:pt x="1642445" y="6858000"/>
                </a:lnTo>
                <a:lnTo>
                  <a:pt x="5223650" y="685800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F52D2039-142C-15F1-242B-339DBA4F756C}"/>
              </a:ext>
            </a:extLst>
          </p:cNvPr>
          <p:cNvSpPr/>
          <p:nvPr/>
        </p:nvSpPr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8000">
                <a:schemeClr val="accent3">
                  <a:lumMod val="40000"/>
                  <a:lumOff val="60000"/>
                  <a:alpha val="20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16200000" scaled="1"/>
          </a:gra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58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8F07-CBDF-A526-C678-1C75855B1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42A629DB-2CB7-D8FE-350C-85AD0686F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8" t="9920" r="361" b="10932"/>
          <a:stretch>
            <a:fillRect/>
          </a:stretch>
        </p:blipFill>
        <p:spPr>
          <a:xfrm rot="16962550">
            <a:off x="-663433" y="1627613"/>
            <a:ext cx="7827775" cy="3602772"/>
          </a:xfrm>
          <a:custGeom>
            <a:avLst/>
            <a:gdLst>
              <a:gd name="connsiteX0" fmla="*/ 7051373 w 7827775"/>
              <a:gd name="connsiteY0" fmla="*/ 107896 h 3602772"/>
              <a:gd name="connsiteX1" fmla="*/ 7827752 w 7827775"/>
              <a:gd name="connsiteY1" fmla="*/ 3581051 h 3602772"/>
              <a:gd name="connsiteX2" fmla="*/ 7827775 w 7827775"/>
              <a:gd name="connsiteY2" fmla="*/ 3602771 h 3602772"/>
              <a:gd name="connsiteX3" fmla="*/ 7827771 w 7827775"/>
              <a:gd name="connsiteY3" fmla="*/ 3602772 h 3602772"/>
              <a:gd name="connsiteX4" fmla="*/ 781251 w 7827775"/>
              <a:gd name="connsiteY4" fmla="*/ 3494950 h 3602772"/>
              <a:gd name="connsiteX5" fmla="*/ 0 w 7827775"/>
              <a:gd name="connsiteY5" fmla="*/ 0 h 360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27775" h="3602772">
                <a:moveTo>
                  <a:pt x="7051373" y="107896"/>
                </a:moveTo>
                <a:lnTo>
                  <a:pt x="7827752" y="3581051"/>
                </a:lnTo>
                <a:lnTo>
                  <a:pt x="7827775" y="3602771"/>
                </a:lnTo>
                <a:lnTo>
                  <a:pt x="7827771" y="3602772"/>
                </a:lnTo>
                <a:lnTo>
                  <a:pt x="781251" y="349495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F931AA5D-DFA9-7FEF-9707-8D35AA7EE743}"/>
              </a:ext>
            </a:extLst>
          </p:cNvPr>
          <p:cNvSpPr/>
          <p:nvPr/>
        </p:nvSpPr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48000">
                <a:schemeClr val="tx2">
                  <a:lumMod val="10000"/>
                  <a:lumOff val="90000"/>
                  <a:alpha val="19000"/>
                </a:schemeClr>
              </a:gs>
              <a:gs pos="100000">
                <a:schemeClr val="tx2">
                  <a:lumMod val="10000"/>
                  <a:lumOff val="90000"/>
                  <a:alpha val="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792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730AA-69E1-F37A-8155-C333DA46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ircuito eletrônico em fundo preto&#10;&#10;O conteúdo gerado por IA pode estar incorreto.">
            <a:extLst>
              <a:ext uri="{FF2B5EF4-FFF2-40B4-BE49-F238E27FC236}">
                <a16:creationId xmlns:a16="http://schemas.microsoft.com/office/drawing/2014/main" id="{29957CBD-18A4-7CEC-A378-B8D4FF478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7" t="714" r="10213" b="657"/>
          <a:stretch>
            <a:fillRect/>
          </a:stretch>
        </p:blipFill>
        <p:spPr>
          <a:xfrm rot="780000">
            <a:off x="1476395" y="-494992"/>
            <a:ext cx="3548116" cy="7852700"/>
          </a:xfrm>
          <a:custGeom>
            <a:avLst/>
            <a:gdLst>
              <a:gd name="connsiteX0" fmla="*/ 58737 w 3548116"/>
              <a:gd name="connsiteY0" fmla="*/ 800746 h 7852700"/>
              <a:gd name="connsiteX1" fmla="*/ 3526395 w 3548116"/>
              <a:gd name="connsiteY1" fmla="*/ 174 h 7852700"/>
              <a:gd name="connsiteX2" fmla="*/ 3548115 w 3548116"/>
              <a:gd name="connsiteY2" fmla="*/ 0 h 7852700"/>
              <a:gd name="connsiteX3" fmla="*/ 3548116 w 3548116"/>
              <a:gd name="connsiteY3" fmla="*/ 3 h 7852700"/>
              <a:gd name="connsiteX4" fmla="*/ 3489419 w 3548116"/>
              <a:gd name="connsiteY4" fmla="*/ 7047104 h 7852700"/>
              <a:gd name="connsiteX5" fmla="*/ 0 w 3548116"/>
              <a:gd name="connsiteY5" fmla="*/ 7852700 h 785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116" h="7852700">
                <a:moveTo>
                  <a:pt x="58737" y="800746"/>
                </a:moveTo>
                <a:lnTo>
                  <a:pt x="3526395" y="174"/>
                </a:lnTo>
                <a:lnTo>
                  <a:pt x="3548115" y="0"/>
                </a:lnTo>
                <a:lnTo>
                  <a:pt x="3548116" y="3"/>
                </a:lnTo>
                <a:lnTo>
                  <a:pt x="3489419" y="7047104"/>
                </a:lnTo>
                <a:lnTo>
                  <a:pt x="0" y="7852700"/>
                </a:lnTo>
                <a:close/>
              </a:path>
            </a:pathLst>
          </a:custGeom>
        </p:spPr>
      </p:pic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0761A380-6C58-BAAA-3270-E2DFDAB400BB}"/>
              </a:ext>
            </a:extLst>
          </p:cNvPr>
          <p:cNvSpPr/>
          <p:nvPr/>
        </p:nvSpPr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48000">
                <a:schemeClr val="tx2">
                  <a:lumMod val="75000"/>
                  <a:lumOff val="25000"/>
                  <a:alpha val="20000"/>
                </a:schemeClr>
              </a:gs>
              <a:gs pos="100000">
                <a:schemeClr val="tx2">
                  <a:lumMod val="50000"/>
                  <a:lumOff val="50000"/>
                  <a:alpha val="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983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CFBD-A914-36B9-CA5B-1EB1EEA2C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E33EC9C2-ADA1-8AE6-1A2B-173B6C2241AE}"/>
              </a:ext>
            </a:extLst>
          </p:cNvPr>
          <p:cNvSpPr/>
          <p:nvPr/>
        </p:nvSpPr>
        <p:spPr>
          <a:xfrm>
            <a:off x="638628" y="0"/>
            <a:ext cx="5223650" cy="6858000"/>
          </a:xfrm>
          <a:custGeom>
            <a:avLst/>
            <a:gdLst>
              <a:gd name="connsiteX0" fmla="*/ 1643576 w 5223650"/>
              <a:gd name="connsiteY0" fmla="*/ 0 h 6858000"/>
              <a:gd name="connsiteX1" fmla="*/ 5202448 w 5223650"/>
              <a:gd name="connsiteY1" fmla="*/ 0 h 6858000"/>
              <a:gd name="connsiteX2" fmla="*/ 5223650 w 5223650"/>
              <a:gd name="connsiteY2" fmla="*/ 4716 h 6858000"/>
              <a:gd name="connsiteX3" fmla="*/ 5223650 w 5223650"/>
              <a:gd name="connsiteY3" fmla="*/ 4720 h 6858000"/>
              <a:gd name="connsiteX4" fmla="*/ 3581205 w 5223650"/>
              <a:gd name="connsiteY4" fmla="*/ 6858000 h 6858000"/>
              <a:gd name="connsiteX5" fmla="*/ 0 w 522365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3650" h="6858000">
                <a:moveTo>
                  <a:pt x="1643576" y="0"/>
                </a:moveTo>
                <a:lnTo>
                  <a:pt x="5202448" y="0"/>
                </a:lnTo>
                <a:lnTo>
                  <a:pt x="5223650" y="4716"/>
                </a:lnTo>
                <a:lnTo>
                  <a:pt x="5223650" y="4720"/>
                </a:lnTo>
                <a:lnTo>
                  <a:pt x="3581205" y="6858000"/>
                </a:lnTo>
                <a:lnTo>
                  <a:pt x="0" y="6858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035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6AE7-B859-5327-BCD9-6BD23477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253AFEDB-CC86-A9BF-31D9-32E23735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" t="11794" r="51" b="12121"/>
          <a:stretch>
            <a:fillRect/>
          </a:stretch>
        </p:blipFill>
        <p:spPr>
          <a:xfrm rot="16987412">
            <a:off x="2649829" y="2086936"/>
            <a:ext cx="6215744" cy="2684129"/>
          </a:xfrm>
          <a:custGeom>
            <a:avLst/>
            <a:gdLst>
              <a:gd name="connsiteX0" fmla="*/ 6209986 w 6215744"/>
              <a:gd name="connsiteY0" fmla="*/ 0 h 2684129"/>
              <a:gd name="connsiteX1" fmla="*/ 6215744 w 6215744"/>
              <a:gd name="connsiteY1" fmla="*/ 2670739 h 2684129"/>
              <a:gd name="connsiteX2" fmla="*/ 5759 w 6215744"/>
              <a:gd name="connsiteY2" fmla="*/ 2684129 h 2684129"/>
              <a:gd name="connsiteX3" fmla="*/ 0 w 6215744"/>
              <a:gd name="connsiteY3" fmla="*/ 13389 h 268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5744" h="2684129">
                <a:moveTo>
                  <a:pt x="6209986" y="0"/>
                </a:moveTo>
                <a:lnTo>
                  <a:pt x="6215744" y="2670739"/>
                </a:lnTo>
                <a:lnTo>
                  <a:pt x="5759" y="2684129"/>
                </a:lnTo>
                <a:lnTo>
                  <a:pt x="0" y="1338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79611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64FA-236F-2CE0-96B9-03413A9C4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Homem ao lado de piscina&#10;&#10;O conteúdo gerado por IA pode estar incorreto.">
            <a:extLst>
              <a:ext uri="{FF2B5EF4-FFF2-40B4-BE49-F238E27FC236}">
                <a16:creationId xmlns:a16="http://schemas.microsoft.com/office/drawing/2014/main" id="{553DDC52-1261-1A02-111F-EB3F7EFD3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76" t="168" r="31224"/>
          <a:stretch>
            <a:fillRect/>
          </a:stretch>
        </p:blipFill>
        <p:spPr>
          <a:xfrm>
            <a:off x="1149835" y="103189"/>
            <a:ext cx="3999241" cy="6651625"/>
          </a:xfrm>
          <a:custGeom>
            <a:avLst/>
            <a:gdLst>
              <a:gd name="connsiteX0" fmla="*/ 1396946 w 3999241"/>
              <a:gd name="connsiteY0" fmla="*/ 0 h 6651625"/>
              <a:gd name="connsiteX1" fmla="*/ 3999241 w 3999241"/>
              <a:gd name="connsiteY1" fmla="*/ 600787 h 6651625"/>
              <a:gd name="connsiteX2" fmla="*/ 2602295 w 3999241"/>
              <a:gd name="connsiteY2" fmla="*/ 6651625 h 6651625"/>
              <a:gd name="connsiteX3" fmla="*/ 0 w 3999241"/>
              <a:gd name="connsiteY3" fmla="*/ 6050838 h 665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9241" h="6651625">
                <a:moveTo>
                  <a:pt x="1396946" y="0"/>
                </a:moveTo>
                <a:lnTo>
                  <a:pt x="3999241" y="600787"/>
                </a:lnTo>
                <a:lnTo>
                  <a:pt x="2602295" y="6651625"/>
                </a:lnTo>
                <a:lnTo>
                  <a:pt x="0" y="605083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72300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CF92A-9630-1498-7D3E-83D0EB109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Circuito eletrônico em fundo preto&#10;&#10;O conteúdo gerado por IA pode estar incorreto.">
            <a:extLst>
              <a:ext uri="{FF2B5EF4-FFF2-40B4-BE49-F238E27FC236}">
                <a16:creationId xmlns:a16="http://schemas.microsoft.com/office/drawing/2014/main" id="{34A7AD00-2CC8-76CD-1A12-ED8790B32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1" t="21" r="11732" b="192"/>
          <a:stretch>
            <a:fillRect/>
          </a:stretch>
        </p:blipFill>
        <p:spPr>
          <a:xfrm rot="780000">
            <a:off x="3626117" y="323999"/>
            <a:ext cx="2670746" cy="6210000"/>
          </a:xfrm>
          <a:custGeom>
            <a:avLst/>
            <a:gdLst>
              <a:gd name="connsiteX0" fmla="*/ 0 w 2670746"/>
              <a:gd name="connsiteY0" fmla="*/ 0 h 6210000"/>
              <a:gd name="connsiteX1" fmla="*/ 2670746 w 2670746"/>
              <a:gd name="connsiteY1" fmla="*/ 0 h 6210000"/>
              <a:gd name="connsiteX2" fmla="*/ 2670746 w 2670746"/>
              <a:gd name="connsiteY2" fmla="*/ 6210000 h 6210000"/>
              <a:gd name="connsiteX3" fmla="*/ 0 w 2670746"/>
              <a:gd name="connsiteY3" fmla="*/ 6210000 h 62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0746" h="6210000">
                <a:moveTo>
                  <a:pt x="0" y="0"/>
                </a:moveTo>
                <a:lnTo>
                  <a:pt x="2670746" y="0"/>
                </a:lnTo>
                <a:lnTo>
                  <a:pt x="2670746" y="6210000"/>
                </a:lnTo>
                <a:lnTo>
                  <a:pt x="0" y="6210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59334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79BC-CF1A-CC06-8001-3197029F1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AF6FFEF-7A21-2952-8B77-ADD9EF56B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50109AA-4CA1-3D8A-8194-38AFDEE77305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66D884-757E-B73D-48D6-77ADD945341B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1FAD57-6DC7-8A03-A717-8ECDF8ED809F}"/>
              </a:ext>
            </a:extLst>
          </p:cNvPr>
          <p:cNvSpPr txBox="1"/>
          <p:nvPr/>
        </p:nvSpPr>
        <p:spPr>
          <a:xfrm>
            <a:off x="177437" y="144792"/>
            <a:ext cx="4464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ONDE SE APLICA?</a:t>
            </a:r>
            <a:endParaRPr lang="pt-BR" sz="4000" b="1" dirty="0">
              <a:solidFill>
                <a:schemeClr val="bg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6BEF194-6A48-F8BD-19F4-6D35B575F2CB}"/>
              </a:ext>
            </a:extLst>
          </p:cNvPr>
          <p:cNvSpPr/>
          <p:nvPr/>
        </p:nvSpPr>
        <p:spPr>
          <a:xfrm>
            <a:off x="-1" y="648000"/>
            <a:ext cx="2437200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DB9127-4E31-6396-9F72-A043ACD9E7EF}"/>
              </a:ext>
            </a:extLst>
          </p:cNvPr>
          <p:cNvSpPr/>
          <p:nvPr/>
        </p:nvSpPr>
        <p:spPr>
          <a:xfrm>
            <a:off x="2437199" y="648000"/>
            <a:ext cx="2437200" cy="6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30D3775-5A1B-E51F-76DA-DB2C87DDDCE8}"/>
              </a:ext>
            </a:extLst>
          </p:cNvPr>
          <p:cNvSpPr/>
          <p:nvPr/>
        </p:nvSpPr>
        <p:spPr>
          <a:xfrm>
            <a:off x="4874398" y="648000"/>
            <a:ext cx="2437200" cy="62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2EFDCA2-694F-7E99-400B-666BCBF3935F}"/>
              </a:ext>
            </a:extLst>
          </p:cNvPr>
          <p:cNvSpPr/>
          <p:nvPr/>
        </p:nvSpPr>
        <p:spPr>
          <a:xfrm>
            <a:off x="7317600" y="648000"/>
            <a:ext cx="2437200" cy="621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DA87A4D-1D65-F88C-9BBC-5C2ABFA1A026}"/>
              </a:ext>
            </a:extLst>
          </p:cNvPr>
          <p:cNvSpPr/>
          <p:nvPr/>
        </p:nvSpPr>
        <p:spPr>
          <a:xfrm>
            <a:off x="9754799" y="648000"/>
            <a:ext cx="2437200" cy="621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303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8365E-BA88-D82E-D5CF-DF8EA5D78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1D040CD-8A53-D377-C5F9-F6D3785C8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ED75A9B-3F87-2D54-C81E-9D71B00BB786}"/>
              </a:ext>
            </a:extLst>
          </p:cNvPr>
          <p:cNvSpPr txBox="1"/>
          <p:nvPr/>
        </p:nvSpPr>
        <p:spPr>
          <a:xfrm>
            <a:off x="4815068" y="6858000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F3F60C-9D44-3F65-BDBD-F71EF87A82B3}"/>
              </a:ext>
            </a:extLst>
          </p:cNvPr>
          <p:cNvSpPr txBox="1"/>
          <p:nvPr/>
        </p:nvSpPr>
        <p:spPr>
          <a:xfrm>
            <a:off x="3944072" y="7134999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F8AF8F9-07FC-0F2B-0E36-D28EED7BB0E5}"/>
              </a:ext>
            </a:extLst>
          </p:cNvPr>
          <p:cNvSpPr txBox="1"/>
          <p:nvPr/>
        </p:nvSpPr>
        <p:spPr>
          <a:xfrm>
            <a:off x="177437" y="144792"/>
            <a:ext cx="4464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ONDE SE APLICA?</a:t>
            </a:r>
            <a:endParaRPr lang="pt-BR" sz="4000" b="1" dirty="0">
              <a:solidFill>
                <a:schemeClr val="bg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C7C3CD-8935-4878-86D7-D4E2243B4A05}"/>
              </a:ext>
            </a:extLst>
          </p:cNvPr>
          <p:cNvSpPr/>
          <p:nvPr/>
        </p:nvSpPr>
        <p:spPr>
          <a:xfrm>
            <a:off x="-1" y="648000"/>
            <a:ext cx="2437200" cy="621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2257605-9A31-D340-7AFA-9A96836B5414}"/>
              </a:ext>
            </a:extLst>
          </p:cNvPr>
          <p:cNvSpPr/>
          <p:nvPr/>
        </p:nvSpPr>
        <p:spPr>
          <a:xfrm>
            <a:off x="2437199" y="648000"/>
            <a:ext cx="2437200" cy="621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5DE0C32-A081-631C-A747-9347B599FE9F}"/>
              </a:ext>
            </a:extLst>
          </p:cNvPr>
          <p:cNvSpPr/>
          <p:nvPr/>
        </p:nvSpPr>
        <p:spPr>
          <a:xfrm>
            <a:off x="4874398" y="648000"/>
            <a:ext cx="2437200" cy="62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9350579-1AF7-3EA7-0A18-2B7EB9991E19}"/>
              </a:ext>
            </a:extLst>
          </p:cNvPr>
          <p:cNvSpPr/>
          <p:nvPr/>
        </p:nvSpPr>
        <p:spPr>
          <a:xfrm>
            <a:off x="7317600" y="648000"/>
            <a:ext cx="2437200" cy="621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F90ABFB-AD45-62B2-0D56-193FED6D20CD}"/>
              </a:ext>
            </a:extLst>
          </p:cNvPr>
          <p:cNvSpPr/>
          <p:nvPr/>
        </p:nvSpPr>
        <p:spPr>
          <a:xfrm>
            <a:off x="9754799" y="648000"/>
            <a:ext cx="2437200" cy="6210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278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2861-C481-C807-401C-F9516198E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62CB3F8-0236-4B75-38C9-DDF824B59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DADBFF4-9D9C-DC96-6576-2FD8582AC6A3}"/>
              </a:ext>
            </a:extLst>
          </p:cNvPr>
          <p:cNvSpPr txBox="1"/>
          <p:nvPr/>
        </p:nvSpPr>
        <p:spPr>
          <a:xfrm>
            <a:off x="4815068" y="3187427"/>
            <a:ext cx="25618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FF379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GEOMETRIA</a:t>
            </a:r>
            <a:endParaRPr lang="pt-BR" sz="3000" b="1" dirty="0">
              <a:solidFill>
                <a:srgbClr val="FF379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004F4BD-5B08-1DFE-40D3-31B0951E6B2D}"/>
              </a:ext>
            </a:extLst>
          </p:cNvPr>
          <p:cNvSpPr txBox="1"/>
          <p:nvPr/>
        </p:nvSpPr>
        <p:spPr>
          <a:xfrm>
            <a:off x="3944072" y="3464426"/>
            <a:ext cx="43038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DC8E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ANALITICA</a:t>
            </a:r>
            <a:endParaRPr lang="pt-BR" sz="6000" b="1" dirty="0">
              <a:solidFill>
                <a:srgbClr val="7DC8E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D29C5E-ED8B-F44D-5863-244F4C5FBBB5}"/>
              </a:ext>
            </a:extLst>
          </p:cNvPr>
          <p:cNvSpPr txBox="1"/>
          <p:nvPr/>
        </p:nvSpPr>
        <p:spPr>
          <a:xfrm>
            <a:off x="-2384910" y="250683"/>
            <a:ext cx="2458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 QUE </a:t>
            </a:r>
            <a:r>
              <a:rPr lang="pt-BR" sz="4000" b="1" dirty="0">
                <a:solidFill>
                  <a:schemeClr val="bg1"/>
                </a:solidFill>
              </a:rPr>
              <a:t>É?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3AADB6C-2B00-E162-745F-32F690FBC83C}"/>
              </a:ext>
            </a:extLst>
          </p:cNvPr>
          <p:cNvSpPr txBox="1"/>
          <p:nvPr/>
        </p:nvSpPr>
        <p:spPr>
          <a:xfrm>
            <a:off x="2828039" y="2100913"/>
            <a:ext cx="6535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</a:rPr>
              <a:t>ONDE SE APLICA?</a:t>
            </a:r>
            <a:endParaRPr lang="pt-BR" sz="6000" b="1" dirty="0">
              <a:solidFill>
                <a:schemeClr val="bg1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4DA2480-0BE1-AD41-E699-BCB056F92FF5}"/>
              </a:ext>
            </a:extLst>
          </p:cNvPr>
          <p:cNvCxnSpPr/>
          <p:nvPr/>
        </p:nvCxnSpPr>
        <p:spPr>
          <a:xfrm>
            <a:off x="2974694" y="3116576"/>
            <a:ext cx="6215605" cy="0"/>
          </a:xfrm>
          <a:prstGeom prst="line">
            <a:avLst/>
          </a:prstGeom>
          <a:ln>
            <a:solidFill>
              <a:srgbClr val="FF3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086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288</Words>
  <Application>Microsoft Office PowerPoint</Application>
  <PresentationFormat>Widescreen</PresentationFormat>
  <Paragraphs>146</Paragraphs>
  <Slides>37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FELIPE FERREIRA DE OLIVEIRA</dc:creator>
  <cp:lastModifiedBy>GABRIEL FELIPE FERREIRA DE OLIVEIRA</cp:lastModifiedBy>
  <cp:revision>3</cp:revision>
  <dcterms:created xsi:type="dcterms:W3CDTF">2025-11-12T00:07:41Z</dcterms:created>
  <dcterms:modified xsi:type="dcterms:W3CDTF">2025-11-12T21:11:13Z</dcterms:modified>
</cp:coreProperties>
</file>